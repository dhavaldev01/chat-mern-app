
<file path=[Content_Types].xml><?xml version="1.0" encoding="utf-8"?>
<Types xmlns="http://schemas.openxmlformats.org/package/2006/content-types">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5893AEC-A885-4647-9940-021805CBE263}">
  <a:tblStyle styleId="{65893AEC-A885-4647-9940-021805CBE26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5" Type="http://schemas.openxmlformats.org/officeDocument/2006/relationships/slideMaster" Target="slideMasters/slideMaster2.xml"/><Relationship Id="rId6" Type="http://schemas.openxmlformats.org/officeDocument/2006/relationships/notesMaster" Target="notesMasters/notesMaster1.xml"/><Relationship Id="rId29" Type="http://schemas.openxmlformats.org/officeDocument/2006/relationships/slide" Target="slides/slide23.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11" Type="http://schemas.openxmlformats.org/officeDocument/2006/relationships/slide" Target="slides/slide5.xml"/><Relationship Id="rId33" Type="http://schemas.openxmlformats.org/officeDocument/2006/relationships/slide" Target="slides/slide27.xml"/><Relationship Id="rId10" Type="http://schemas.openxmlformats.org/officeDocument/2006/relationships/slide" Target="slides/slide4.xml"/><Relationship Id="rId32" Type="http://schemas.openxmlformats.org/officeDocument/2006/relationships/slide" Target="slides/slide26.xml"/><Relationship Id="rId13" Type="http://schemas.openxmlformats.org/officeDocument/2006/relationships/slide" Target="slides/slide7.xml"/><Relationship Id="rId35" Type="http://schemas.openxmlformats.org/officeDocument/2006/relationships/slide" Target="slides/slide29.xml"/><Relationship Id="rId12" Type="http://schemas.openxmlformats.org/officeDocument/2006/relationships/slide" Target="slides/slide6.xml"/><Relationship Id="rId34" Type="http://schemas.openxmlformats.org/officeDocument/2006/relationships/slide" Target="slides/slide28.xml"/><Relationship Id="rId15" Type="http://schemas.openxmlformats.org/officeDocument/2006/relationships/slide" Target="slides/slide9.xml"/><Relationship Id="rId37" Type="http://schemas.openxmlformats.org/officeDocument/2006/relationships/slide" Target="slides/slide31.xml"/><Relationship Id="rId14" Type="http://schemas.openxmlformats.org/officeDocument/2006/relationships/slide" Target="slides/slide8.xml"/><Relationship Id="rId36" Type="http://schemas.openxmlformats.org/officeDocument/2006/relationships/slide" Target="slides/slide30.xml"/><Relationship Id="rId17" Type="http://schemas.openxmlformats.org/officeDocument/2006/relationships/slide" Target="slides/slide11.xml"/><Relationship Id="rId16" Type="http://schemas.openxmlformats.org/officeDocument/2006/relationships/slide" Target="slides/slide10.xml"/><Relationship Id="rId38" Type="http://schemas.openxmlformats.org/officeDocument/2006/relationships/slide" Target="slides/slide32.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 name="Shape 349"/>
        <p:cNvGrpSpPr/>
        <p:nvPr/>
      </p:nvGrpSpPr>
      <p:grpSpPr>
        <a:xfrm>
          <a:off x="0" y="0"/>
          <a:ext cx="0" cy="0"/>
          <a:chOff x="0" y="0"/>
          <a:chExt cx="0" cy="0"/>
        </a:xfrm>
      </p:grpSpPr>
      <p:sp>
        <p:nvSpPr>
          <p:cNvPr id="350" name="Google Shape;350;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 name="Google Shape;351;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 name="Shape 356"/>
        <p:cNvGrpSpPr/>
        <p:nvPr/>
      </p:nvGrpSpPr>
      <p:grpSpPr>
        <a:xfrm>
          <a:off x="0" y="0"/>
          <a:ext cx="0" cy="0"/>
          <a:chOff x="0" y="0"/>
          <a:chExt cx="0" cy="0"/>
        </a:xfrm>
      </p:grpSpPr>
      <p:sp>
        <p:nvSpPr>
          <p:cNvPr id="357" name="Google Shape;357;g28842077b67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8" name="Google Shape;358;g28842077b67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 name="Shape 366"/>
        <p:cNvGrpSpPr/>
        <p:nvPr/>
      </p:nvGrpSpPr>
      <p:grpSpPr>
        <a:xfrm>
          <a:off x="0" y="0"/>
          <a:ext cx="0" cy="0"/>
          <a:chOff x="0" y="0"/>
          <a:chExt cx="0" cy="0"/>
        </a:xfrm>
      </p:grpSpPr>
      <p:sp>
        <p:nvSpPr>
          <p:cNvPr id="367" name="Google Shape;367;g2887011694f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 name="Google Shape;368;g2887011694f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1e884407abe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1e884407abe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28842077b67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28842077b67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 name="Shape 396"/>
        <p:cNvGrpSpPr/>
        <p:nvPr/>
      </p:nvGrpSpPr>
      <p:grpSpPr>
        <a:xfrm>
          <a:off x="0" y="0"/>
          <a:ext cx="0" cy="0"/>
          <a:chOff x="0" y="0"/>
          <a:chExt cx="0" cy="0"/>
        </a:xfrm>
      </p:grpSpPr>
      <p:sp>
        <p:nvSpPr>
          <p:cNvPr id="397" name="Google Shape;397;g1e884407ab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 name="Google Shape;398;g1e884407ab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5" name="Shape 405"/>
        <p:cNvGrpSpPr/>
        <p:nvPr/>
      </p:nvGrpSpPr>
      <p:grpSpPr>
        <a:xfrm>
          <a:off x="0" y="0"/>
          <a:ext cx="0" cy="0"/>
          <a:chOff x="0" y="0"/>
          <a:chExt cx="0" cy="0"/>
        </a:xfrm>
      </p:grpSpPr>
      <p:sp>
        <p:nvSpPr>
          <p:cNvPr id="406" name="Google Shape;406;g1e884407abe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 name="Google Shape;407;g1e884407abe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 name="Shape 417"/>
        <p:cNvGrpSpPr/>
        <p:nvPr/>
      </p:nvGrpSpPr>
      <p:grpSpPr>
        <a:xfrm>
          <a:off x="0" y="0"/>
          <a:ext cx="0" cy="0"/>
          <a:chOff x="0" y="0"/>
          <a:chExt cx="0" cy="0"/>
        </a:xfrm>
      </p:grpSpPr>
      <p:sp>
        <p:nvSpPr>
          <p:cNvPr id="418" name="Google Shape;418;g1e884407abe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 name="Google Shape;419;g1e884407abe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 name="Shape 423"/>
        <p:cNvGrpSpPr/>
        <p:nvPr/>
      </p:nvGrpSpPr>
      <p:grpSpPr>
        <a:xfrm>
          <a:off x="0" y="0"/>
          <a:ext cx="0" cy="0"/>
          <a:chOff x="0" y="0"/>
          <a:chExt cx="0" cy="0"/>
        </a:xfrm>
      </p:grpSpPr>
      <p:sp>
        <p:nvSpPr>
          <p:cNvPr id="424" name="Google Shape;424;g1e884407abe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 name="Google Shape;425;g1e884407abe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 name="Shape 436"/>
        <p:cNvGrpSpPr/>
        <p:nvPr/>
      </p:nvGrpSpPr>
      <p:grpSpPr>
        <a:xfrm>
          <a:off x="0" y="0"/>
          <a:ext cx="0" cy="0"/>
          <a:chOff x="0" y="0"/>
          <a:chExt cx="0" cy="0"/>
        </a:xfrm>
      </p:grpSpPr>
      <p:sp>
        <p:nvSpPr>
          <p:cNvPr id="437" name="Google Shape;437;g1e884407abe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 name="Google Shape;438;g1e884407abe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g1e884407abe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7" name="Google Shape;447;g1e884407abe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 name="Shape 454"/>
        <p:cNvGrpSpPr/>
        <p:nvPr/>
      </p:nvGrpSpPr>
      <p:grpSpPr>
        <a:xfrm>
          <a:off x="0" y="0"/>
          <a:ext cx="0" cy="0"/>
          <a:chOff x="0" y="0"/>
          <a:chExt cx="0" cy="0"/>
        </a:xfrm>
      </p:grpSpPr>
      <p:sp>
        <p:nvSpPr>
          <p:cNvPr id="455" name="Google Shape;455;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 name="Google Shape;456;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 name="Shape 472"/>
        <p:cNvGrpSpPr/>
        <p:nvPr/>
      </p:nvGrpSpPr>
      <p:grpSpPr>
        <a:xfrm>
          <a:off x="0" y="0"/>
          <a:ext cx="0" cy="0"/>
          <a:chOff x="0" y="0"/>
          <a:chExt cx="0" cy="0"/>
        </a:xfrm>
      </p:grpSpPr>
      <p:sp>
        <p:nvSpPr>
          <p:cNvPr id="473" name="Google Shape;473;g1e884407abe_0_27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 name="Google Shape;474;g1e884407abe_0_27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 name="Shape 493"/>
        <p:cNvGrpSpPr/>
        <p:nvPr/>
      </p:nvGrpSpPr>
      <p:grpSpPr>
        <a:xfrm>
          <a:off x="0" y="0"/>
          <a:ext cx="0" cy="0"/>
          <a:chOff x="0" y="0"/>
          <a:chExt cx="0" cy="0"/>
        </a:xfrm>
      </p:grpSpPr>
      <p:sp>
        <p:nvSpPr>
          <p:cNvPr id="494" name="Google Shape;494;g1e884407abe_0_27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 name="Google Shape;495;g1e884407abe_0_27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 name="Shape 499"/>
        <p:cNvGrpSpPr/>
        <p:nvPr/>
      </p:nvGrpSpPr>
      <p:grpSpPr>
        <a:xfrm>
          <a:off x="0" y="0"/>
          <a:ext cx="0" cy="0"/>
          <a:chOff x="0" y="0"/>
          <a:chExt cx="0" cy="0"/>
        </a:xfrm>
      </p:grpSpPr>
      <p:sp>
        <p:nvSpPr>
          <p:cNvPr id="500" name="Google Shape;500;g1e884407abe_0_13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 name="Google Shape;501;g1e884407abe_0_13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1e884407abe_0_13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1e884407abe_0_13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1e884407abe_0_13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1e884407abe_0_13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 name="Shape 525"/>
        <p:cNvGrpSpPr/>
        <p:nvPr/>
      </p:nvGrpSpPr>
      <p:grpSpPr>
        <a:xfrm>
          <a:off x="0" y="0"/>
          <a:ext cx="0" cy="0"/>
          <a:chOff x="0" y="0"/>
          <a:chExt cx="0" cy="0"/>
        </a:xfrm>
      </p:grpSpPr>
      <p:sp>
        <p:nvSpPr>
          <p:cNvPr id="526" name="Google Shape;526;g1e884407abe_0_139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 name="Google Shape;527;g1e884407abe_0_139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1e884407abe_0_13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1e884407abe_0_13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 name="Shape 878"/>
        <p:cNvGrpSpPr/>
        <p:nvPr/>
      </p:nvGrpSpPr>
      <p:grpSpPr>
        <a:xfrm>
          <a:off x="0" y="0"/>
          <a:ext cx="0" cy="0"/>
          <a:chOff x="0" y="0"/>
          <a:chExt cx="0" cy="0"/>
        </a:xfrm>
      </p:grpSpPr>
      <p:sp>
        <p:nvSpPr>
          <p:cNvPr id="879" name="Google Shape;879;g1e884407abe_0_14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 name="Google Shape;880;g1e884407abe_0_14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92" name="Shape 6792"/>
        <p:cNvGrpSpPr/>
        <p:nvPr/>
      </p:nvGrpSpPr>
      <p:grpSpPr>
        <a:xfrm>
          <a:off x="0" y="0"/>
          <a:ext cx="0" cy="0"/>
          <a:chOff x="0" y="0"/>
          <a:chExt cx="0" cy="0"/>
        </a:xfrm>
      </p:grpSpPr>
      <p:sp>
        <p:nvSpPr>
          <p:cNvPr id="6793" name="Google Shape;6793;g1e884407abe_0_20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4" name="Google Shape;6794;g1e884407abe_0_20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9" name="Shape 7219"/>
        <p:cNvGrpSpPr/>
        <p:nvPr/>
      </p:nvGrpSpPr>
      <p:grpSpPr>
        <a:xfrm>
          <a:off x="0" y="0"/>
          <a:ext cx="0" cy="0"/>
          <a:chOff x="0" y="0"/>
          <a:chExt cx="0" cy="0"/>
        </a:xfrm>
      </p:grpSpPr>
      <p:sp>
        <p:nvSpPr>
          <p:cNvPr id="7220" name="Google Shape;7220;g1e884407abe_0_205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1" name="Google Shape;7221;g1e884407abe_0_205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2" name="Shape 7382"/>
        <p:cNvGrpSpPr/>
        <p:nvPr/>
      </p:nvGrpSpPr>
      <p:grpSpPr>
        <a:xfrm>
          <a:off x="0" y="0"/>
          <a:ext cx="0" cy="0"/>
          <a:chOff x="0" y="0"/>
          <a:chExt cx="0" cy="0"/>
        </a:xfrm>
      </p:grpSpPr>
      <p:sp>
        <p:nvSpPr>
          <p:cNvPr id="7383" name="Google Shape;7383;g1e884407abe_0_20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4" name="Google Shape;7384;g1e884407abe_0_20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4" name="Shape 7784"/>
        <p:cNvGrpSpPr/>
        <p:nvPr/>
      </p:nvGrpSpPr>
      <p:grpSpPr>
        <a:xfrm>
          <a:off x="0" y="0"/>
          <a:ext cx="0" cy="0"/>
          <a:chOff x="0" y="0"/>
          <a:chExt cx="0" cy="0"/>
        </a:xfrm>
      </p:grpSpPr>
      <p:sp>
        <p:nvSpPr>
          <p:cNvPr id="7785" name="Google Shape;7785;g1e884407abe_0_21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6" name="Google Shape;7786;g1e884407abe_0_21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5" name="Shape 8155"/>
        <p:cNvGrpSpPr/>
        <p:nvPr/>
      </p:nvGrpSpPr>
      <p:grpSpPr>
        <a:xfrm>
          <a:off x="0" y="0"/>
          <a:ext cx="0" cy="0"/>
          <a:chOff x="0" y="0"/>
          <a:chExt cx="0" cy="0"/>
        </a:xfrm>
      </p:grpSpPr>
      <p:sp>
        <p:nvSpPr>
          <p:cNvPr id="8156" name="Google Shape;8156;g1e884407abe_0_21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7" name="Google Shape;8157;g1e884407abe_0_21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4" name="Shape 8544"/>
        <p:cNvGrpSpPr/>
        <p:nvPr/>
      </p:nvGrpSpPr>
      <p:grpSpPr>
        <a:xfrm>
          <a:off x="0" y="0"/>
          <a:ext cx="0" cy="0"/>
          <a:chOff x="0" y="0"/>
          <a:chExt cx="0" cy="0"/>
        </a:xfrm>
      </p:grpSpPr>
      <p:sp>
        <p:nvSpPr>
          <p:cNvPr id="8545" name="Google Shape;8545;g1e884407abe_0_21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6" name="Google Shape;8546;g1e884407abe_0_21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5" name="Shape 8975"/>
        <p:cNvGrpSpPr/>
        <p:nvPr/>
      </p:nvGrpSpPr>
      <p:grpSpPr>
        <a:xfrm>
          <a:off x="0" y="0"/>
          <a:ext cx="0" cy="0"/>
          <a:chOff x="0" y="0"/>
          <a:chExt cx="0" cy="0"/>
        </a:xfrm>
      </p:grpSpPr>
      <p:sp>
        <p:nvSpPr>
          <p:cNvPr id="8976" name="Google Shape;8976;g1e884407abe_0_22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7" name="Google Shape;8977;g1e884407abe_0_22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8" name="Shape 9768"/>
        <p:cNvGrpSpPr/>
        <p:nvPr/>
      </p:nvGrpSpPr>
      <p:grpSpPr>
        <a:xfrm>
          <a:off x="0" y="0"/>
          <a:ext cx="0" cy="0"/>
          <a:chOff x="0" y="0"/>
          <a:chExt cx="0" cy="0"/>
        </a:xfrm>
      </p:grpSpPr>
      <p:sp>
        <p:nvSpPr>
          <p:cNvPr id="9769" name="Google Shape;9769;g1e884407abe_0_23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0" name="Google Shape;9770;g1e884407abe_0_23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9" name="Shape 10509"/>
        <p:cNvGrpSpPr/>
        <p:nvPr/>
      </p:nvGrpSpPr>
      <p:grpSpPr>
        <a:xfrm>
          <a:off x="0" y="0"/>
          <a:ext cx="0" cy="0"/>
          <a:chOff x="0" y="0"/>
          <a:chExt cx="0" cy="0"/>
        </a:xfrm>
      </p:grpSpPr>
      <p:sp>
        <p:nvSpPr>
          <p:cNvPr id="10510" name="Google Shape;10510;g1e884407abe_0_23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1" name="Google Shape;10511;g1e884407abe_0_23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2" name="Shape 11202"/>
        <p:cNvGrpSpPr/>
        <p:nvPr/>
      </p:nvGrpSpPr>
      <p:grpSpPr>
        <a:xfrm>
          <a:off x="0" y="0"/>
          <a:ext cx="0" cy="0"/>
          <a:chOff x="0" y="0"/>
          <a:chExt cx="0" cy="0"/>
        </a:xfrm>
      </p:grpSpPr>
      <p:sp>
        <p:nvSpPr>
          <p:cNvPr id="11203" name="Google Shape;11203;g1e884407abe_0_24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4" name="Google Shape;11204;g1e884407abe_0_24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4" name="Shape 11504"/>
        <p:cNvGrpSpPr/>
        <p:nvPr/>
      </p:nvGrpSpPr>
      <p:grpSpPr>
        <a:xfrm>
          <a:off x="0" y="0"/>
          <a:ext cx="0" cy="0"/>
          <a:chOff x="0" y="0"/>
          <a:chExt cx="0" cy="0"/>
        </a:xfrm>
      </p:grpSpPr>
      <p:sp>
        <p:nvSpPr>
          <p:cNvPr id="11505" name="Google Shape;11505;g1e884407abe_0_24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6" name="Google Shape;11506;g1e884407abe_0_24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4" name="Shape 12144"/>
        <p:cNvGrpSpPr/>
        <p:nvPr/>
      </p:nvGrpSpPr>
      <p:grpSpPr>
        <a:xfrm>
          <a:off x="0" y="0"/>
          <a:ext cx="0" cy="0"/>
          <a:chOff x="0" y="0"/>
          <a:chExt cx="0" cy="0"/>
        </a:xfrm>
      </p:grpSpPr>
      <p:sp>
        <p:nvSpPr>
          <p:cNvPr id="12145" name="Google Shape;12145;g1e884407abe_0_27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6" name="Google Shape;12146;g1e884407abe_0_27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10" name="Google Shape;10;p2"/>
          <p:cNvSpPr txBox="1"/>
          <p:nvPr>
            <p:ph type="ctrTitle"/>
          </p:nvPr>
        </p:nvSpPr>
        <p:spPr>
          <a:xfrm>
            <a:off x="1819800" y="1617450"/>
            <a:ext cx="5504400" cy="19086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grpSp>
        <p:nvGrpSpPr>
          <p:cNvPr id="11" name="Google Shape;11;p2"/>
          <p:cNvGrpSpPr/>
          <p:nvPr/>
        </p:nvGrpSpPr>
        <p:grpSpPr>
          <a:xfrm>
            <a:off x="-428011" y="-602250"/>
            <a:ext cx="10000023" cy="5554500"/>
            <a:chOff x="-428011" y="-602250"/>
            <a:chExt cx="10000023" cy="5554500"/>
          </a:xfrm>
        </p:grpSpPr>
        <p:grpSp>
          <p:nvGrpSpPr>
            <p:cNvPr id="12" name="Google Shape;12;p2"/>
            <p:cNvGrpSpPr/>
            <p:nvPr/>
          </p:nvGrpSpPr>
          <p:grpSpPr>
            <a:xfrm>
              <a:off x="8138100" y="4815150"/>
              <a:ext cx="593700" cy="137100"/>
              <a:chOff x="8290500" y="4746600"/>
              <a:chExt cx="593700" cy="137100"/>
            </a:xfrm>
          </p:grpSpPr>
          <p:sp>
            <p:nvSpPr>
              <p:cNvPr id="13" name="Google Shape;13;p2"/>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4" name="Google Shape;14;p2"/>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5" name="Google Shape;15;p2"/>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6" name="Google Shape;16;p2"/>
            <p:cNvGrpSpPr/>
            <p:nvPr/>
          </p:nvGrpSpPr>
          <p:grpSpPr>
            <a:xfrm>
              <a:off x="190350" y="2501375"/>
              <a:ext cx="138900" cy="594300"/>
              <a:chOff x="259800" y="2501375"/>
              <a:chExt cx="138900" cy="594300"/>
            </a:xfrm>
          </p:grpSpPr>
          <p:sp>
            <p:nvSpPr>
              <p:cNvPr id="17" name="Google Shape;17;p2"/>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8" name="Google Shape;18;p2"/>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9" name="Google Shape;19;p2"/>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0" name="Google Shape;20;p2"/>
            <p:cNvGrpSpPr/>
            <p:nvPr/>
          </p:nvGrpSpPr>
          <p:grpSpPr>
            <a:xfrm>
              <a:off x="-428011" y="-602250"/>
              <a:ext cx="1728600" cy="1789549"/>
              <a:chOff x="-433476" y="-754650"/>
              <a:chExt cx="1728600" cy="1789549"/>
            </a:xfrm>
          </p:grpSpPr>
          <p:sp>
            <p:nvSpPr>
              <p:cNvPr id="21" name="Google Shape;21;p2"/>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2" name="Google Shape;22;p2"/>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3" name="Google Shape;23;p2"/>
            <p:cNvGrpSpPr/>
            <p:nvPr/>
          </p:nvGrpSpPr>
          <p:grpSpPr>
            <a:xfrm>
              <a:off x="7782465" y="-602250"/>
              <a:ext cx="1789547" cy="1728600"/>
              <a:chOff x="7777000" y="-567252"/>
              <a:chExt cx="1789547" cy="1728600"/>
            </a:xfrm>
          </p:grpSpPr>
          <p:sp>
            <p:nvSpPr>
              <p:cNvPr id="24" name="Google Shape;24;p2"/>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5" name="Google Shape;25;p2"/>
              <p:cNvSpPr/>
              <p:nvPr/>
            </p:nvSpPr>
            <p:spPr>
              <a:xfrm>
                <a:off x="7777000" y="227601"/>
                <a:ext cx="138900" cy="13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6" name="Shape 26"/>
        <p:cNvGrpSpPr/>
        <p:nvPr/>
      </p:nvGrpSpPr>
      <p:grpSpPr>
        <a:xfrm>
          <a:off x="0" y="0"/>
          <a:ext cx="0" cy="0"/>
          <a:chOff x="0" y="0"/>
          <a:chExt cx="0" cy="0"/>
        </a:xfrm>
      </p:grpSpPr>
      <p:sp>
        <p:nvSpPr>
          <p:cNvPr id="27" name="Google Shape;27;p3"/>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28" name="Google Shape;28;p3"/>
          <p:cNvGrpSpPr/>
          <p:nvPr/>
        </p:nvGrpSpPr>
        <p:grpSpPr>
          <a:xfrm>
            <a:off x="-428011" y="-602250"/>
            <a:ext cx="10000023" cy="5554500"/>
            <a:chOff x="-428011" y="-602250"/>
            <a:chExt cx="10000023" cy="5554500"/>
          </a:xfrm>
        </p:grpSpPr>
        <p:grpSp>
          <p:nvGrpSpPr>
            <p:cNvPr id="29" name="Google Shape;29;p3"/>
            <p:cNvGrpSpPr/>
            <p:nvPr/>
          </p:nvGrpSpPr>
          <p:grpSpPr>
            <a:xfrm>
              <a:off x="8138100" y="4815150"/>
              <a:ext cx="593700" cy="137100"/>
              <a:chOff x="8290500" y="4746600"/>
              <a:chExt cx="593700" cy="137100"/>
            </a:xfrm>
          </p:grpSpPr>
          <p:sp>
            <p:nvSpPr>
              <p:cNvPr id="30" name="Google Shape;30;p3"/>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1" name="Google Shape;31;p3"/>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2" name="Google Shape;32;p3"/>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33" name="Google Shape;33;p3"/>
            <p:cNvGrpSpPr/>
            <p:nvPr/>
          </p:nvGrpSpPr>
          <p:grpSpPr>
            <a:xfrm>
              <a:off x="190350" y="2501375"/>
              <a:ext cx="138900" cy="594300"/>
              <a:chOff x="259800" y="2501375"/>
              <a:chExt cx="138900" cy="594300"/>
            </a:xfrm>
          </p:grpSpPr>
          <p:sp>
            <p:nvSpPr>
              <p:cNvPr id="34" name="Google Shape;34;p3"/>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5" name="Google Shape;35;p3"/>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6" name="Google Shape;36;p3"/>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37" name="Google Shape;37;p3"/>
            <p:cNvGrpSpPr/>
            <p:nvPr/>
          </p:nvGrpSpPr>
          <p:grpSpPr>
            <a:xfrm>
              <a:off x="-428011" y="-602250"/>
              <a:ext cx="1728600" cy="1789549"/>
              <a:chOff x="-433476" y="-754650"/>
              <a:chExt cx="1728600" cy="1789549"/>
            </a:xfrm>
          </p:grpSpPr>
          <p:sp>
            <p:nvSpPr>
              <p:cNvPr id="38" name="Google Shape;38;p3"/>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9" name="Google Shape;39;p3"/>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40" name="Google Shape;40;p3"/>
            <p:cNvGrpSpPr/>
            <p:nvPr/>
          </p:nvGrpSpPr>
          <p:grpSpPr>
            <a:xfrm>
              <a:off x="7782465" y="-602250"/>
              <a:ext cx="1789547" cy="1728600"/>
              <a:chOff x="7777000" y="-567252"/>
              <a:chExt cx="1789547" cy="1728600"/>
            </a:xfrm>
          </p:grpSpPr>
          <p:sp>
            <p:nvSpPr>
              <p:cNvPr id="41" name="Google Shape;41;p3"/>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42" name="Google Shape;42;p3"/>
              <p:cNvSpPr/>
              <p:nvPr/>
            </p:nvSpPr>
            <p:spPr>
              <a:xfrm>
                <a:off x="7777000" y="227601"/>
                <a:ext cx="138900" cy="13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
        <p:nvSpPr>
          <p:cNvPr id="43" name="Google Shape;43;p3"/>
          <p:cNvSpPr txBox="1"/>
          <p:nvPr>
            <p:ph type="title"/>
          </p:nvPr>
        </p:nvSpPr>
        <p:spPr>
          <a:xfrm>
            <a:off x="720000" y="1596050"/>
            <a:ext cx="5067600" cy="2212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4" name="Google Shape;44;p3"/>
          <p:cNvSpPr txBox="1"/>
          <p:nvPr>
            <p:ph hasCustomPrompt="1" idx="2" type="title"/>
          </p:nvPr>
        </p:nvSpPr>
        <p:spPr>
          <a:xfrm>
            <a:off x="713230" y="539500"/>
            <a:ext cx="24453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5" name="Google Shape;45;p3"/>
          <p:cNvSpPr txBox="1"/>
          <p:nvPr>
            <p:ph idx="1" type="subTitle"/>
          </p:nvPr>
        </p:nvSpPr>
        <p:spPr>
          <a:xfrm>
            <a:off x="720000" y="4023300"/>
            <a:ext cx="50676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6" name="Shape 46"/>
        <p:cNvGrpSpPr/>
        <p:nvPr/>
      </p:nvGrpSpPr>
      <p:grpSpPr>
        <a:xfrm>
          <a:off x="0" y="0"/>
          <a:ext cx="0" cy="0"/>
          <a:chOff x="0" y="0"/>
          <a:chExt cx="0" cy="0"/>
        </a:xfrm>
      </p:grpSpPr>
      <p:sp>
        <p:nvSpPr>
          <p:cNvPr id="47" name="Google Shape;47;p4"/>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 name="Google Shape;48;p4"/>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 name="Google Shape;49;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0" name="Shape 50"/>
        <p:cNvGrpSpPr/>
        <p:nvPr/>
      </p:nvGrpSpPr>
      <p:grpSpPr>
        <a:xfrm>
          <a:off x="0" y="0"/>
          <a:ext cx="0" cy="0"/>
          <a:chOff x="0" y="0"/>
          <a:chExt cx="0" cy="0"/>
        </a:xfrm>
      </p:grpSpPr>
      <p:sp>
        <p:nvSpPr>
          <p:cNvPr id="51" name="Google Shape;51;p5"/>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52" name="Google Shape;52;p5"/>
          <p:cNvGrpSpPr/>
          <p:nvPr/>
        </p:nvGrpSpPr>
        <p:grpSpPr>
          <a:xfrm>
            <a:off x="1049950" y="-1134178"/>
            <a:ext cx="9195591" cy="7500330"/>
            <a:chOff x="1049950" y="-1134178"/>
            <a:chExt cx="9195591" cy="7500330"/>
          </a:xfrm>
        </p:grpSpPr>
        <p:grpSp>
          <p:nvGrpSpPr>
            <p:cNvPr id="53" name="Google Shape;53;p5"/>
            <p:cNvGrpSpPr/>
            <p:nvPr/>
          </p:nvGrpSpPr>
          <p:grpSpPr>
            <a:xfrm rot="-1800044">
              <a:off x="8143764" y="-802589"/>
              <a:ext cx="1789507" cy="1728562"/>
              <a:chOff x="7777000" y="-567252"/>
              <a:chExt cx="1789547" cy="1728600"/>
            </a:xfrm>
          </p:grpSpPr>
          <p:sp>
            <p:nvSpPr>
              <p:cNvPr id="54" name="Google Shape;54;p5"/>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55" name="Google Shape;55;p5"/>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56" name="Google Shape;56;p5"/>
            <p:cNvGrpSpPr/>
            <p:nvPr/>
          </p:nvGrpSpPr>
          <p:grpSpPr>
            <a:xfrm rot="-5400000">
              <a:off x="1277650" y="-37350"/>
              <a:ext cx="138900" cy="594300"/>
              <a:chOff x="259800" y="2501375"/>
              <a:chExt cx="138900" cy="594300"/>
            </a:xfrm>
          </p:grpSpPr>
          <p:sp>
            <p:nvSpPr>
              <p:cNvPr id="57" name="Google Shape;57;p5"/>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58" name="Google Shape;58;p5"/>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59" name="Google Shape;59;p5"/>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60" name="Google Shape;60;p5"/>
            <p:cNvGrpSpPr/>
            <p:nvPr/>
          </p:nvGrpSpPr>
          <p:grpSpPr>
            <a:xfrm rot="-8999956">
              <a:off x="5099414" y="4264372"/>
              <a:ext cx="1728562" cy="1789510"/>
              <a:chOff x="-433476" y="-754650"/>
              <a:chExt cx="1728600" cy="1789549"/>
            </a:xfrm>
          </p:grpSpPr>
          <p:sp>
            <p:nvSpPr>
              <p:cNvPr id="61" name="Google Shape;61;p5"/>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62" name="Google Shape;62;p5"/>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
        <p:nvSpPr>
          <p:cNvPr id="63" name="Google Shape;63;p5"/>
          <p:cNvSpPr txBox="1"/>
          <p:nvPr>
            <p:ph idx="1" type="subTitle"/>
          </p:nvPr>
        </p:nvSpPr>
        <p:spPr>
          <a:xfrm>
            <a:off x="5184012" y="3230350"/>
            <a:ext cx="3173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4" name="Google Shape;64;p5"/>
          <p:cNvSpPr txBox="1"/>
          <p:nvPr>
            <p:ph idx="2" type="subTitle"/>
          </p:nvPr>
        </p:nvSpPr>
        <p:spPr>
          <a:xfrm>
            <a:off x="786300" y="3230350"/>
            <a:ext cx="3173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5" name="Google Shape;65;p5"/>
          <p:cNvSpPr txBox="1"/>
          <p:nvPr>
            <p:ph idx="3" type="subTitle"/>
          </p:nvPr>
        </p:nvSpPr>
        <p:spPr>
          <a:xfrm>
            <a:off x="5184001" y="2205100"/>
            <a:ext cx="3173700" cy="111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Syne"/>
              <a:buNone/>
              <a:defRPr sz="2400">
                <a:latin typeface="Syne"/>
                <a:ea typeface="Syne"/>
                <a:cs typeface="Syne"/>
                <a:sym typeface="Syne"/>
              </a:defRPr>
            </a:lvl1pPr>
            <a:lvl2pPr lvl="1" rtl="0" algn="ctr">
              <a:lnSpc>
                <a:spcPct val="100000"/>
              </a:lnSpc>
              <a:spcBef>
                <a:spcPts val="0"/>
              </a:spcBef>
              <a:spcAft>
                <a:spcPts val="0"/>
              </a:spcAft>
              <a:buSzPts val="2400"/>
              <a:buFont typeface="Syne"/>
              <a:buNone/>
              <a:defRPr sz="2400">
                <a:latin typeface="Syne"/>
                <a:ea typeface="Syne"/>
                <a:cs typeface="Syne"/>
                <a:sym typeface="Syne"/>
              </a:defRPr>
            </a:lvl2pPr>
            <a:lvl3pPr lvl="2" rtl="0" algn="ctr">
              <a:lnSpc>
                <a:spcPct val="100000"/>
              </a:lnSpc>
              <a:spcBef>
                <a:spcPts val="0"/>
              </a:spcBef>
              <a:spcAft>
                <a:spcPts val="0"/>
              </a:spcAft>
              <a:buSzPts val="2400"/>
              <a:buFont typeface="Syne"/>
              <a:buNone/>
              <a:defRPr sz="2400">
                <a:latin typeface="Syne"/>
                <a:ea typeface="Syne"/>
                <a:cs typeface="Syne"/>
                <a:sym typeface="Syne"/>
              </a:defRPr>
            </a:lvl3pPr>
            <a:lvl4pPr lvl="3" rtl="0" algn="ctr">
              <a:lnSpc>
                <a:spcPct val="100000"/>
              </a:lnSpc>
              <a:spcBef>
                <a:spcPts val="0"/>
              </a:spcBef>
              <a:spcAft>
                <a:spcPts val="0"/>
              </a:spcAft>
              <a:buSzPts val="2400"/>
              <a:buFont typeface="Syne"/>
              <a:buNone/>
              <a:defRPr sz="2400">
                <a:latin typeface="Syne"/>
                <a:ea typeface="Syne"/>
                <a:cs typeface="Syne"/>
                <a:sym typeface="Syne"/>
              </a:defRPr>
            </a:lvl4pPr>
            <a:lvl5pPr lvl="4" rtl="0" algn="ctr">
              <a:lnSpc>
                <a:spcPct val="100000"/>
              </a:lnSpc>
              <a:spcBef>
                <a:spcPts val="0"/>
              </a:spcBef>
              <a:spcAft>
                <a:spcPts val="0"/>
              </a:spcAft>
              <a:buSzPts val="2400"/>
              <a:buFont typeface="Syne"/>
              <a:buNone/>
              <a:defRPr sz="2400">
                <a:latin typeface="Syne"/>
                <a:ea typeface="Syne"/>
                <a:cs typeface="Syne"/>
                <a:sym typeface="Syne"/>
              </a:defRPr>
            </a:lvl5pPr>
            <a:lvl6pPr lvl="5" rtl="0" algn="ctr">
              <a:lnSpc>
                <a:spcPct val="100000"/>
              </a:lnSpc>
              <a:spcBef>
                <a:spcPts val="0"/>
              </a:spcBef>
              <a:spcAft>
                <a:spcPts val="0"/>
              </a:spcAft>
              <a:buSzPts val="2400"/>
              <a:buFont typeface="Syne"/>
              <a:buNone/>
              <a:defRPr sz="2400">
                <a:latin typeface="Syne"/>
                <a:ea typeface="Syne"/>
                <a:cs typeface="Syne"/>
                <a:sym typeface="Syne"/>
              </a:defRPr>
            </a:lvl6pPr>
            <a:lvl7pPr lvl="6" rtl="0" algn="ctr">
              <a:lnSpc>
                <a:spcPct val="100000"/>
              </a:lnSpc>
              <a:spcBef>
                <a:spcPts val="0"/>
              </a:spcBef>
              <a:spcAft>
                <a:spcPts val="0"/>
              </a:spcAft>
              <a:buSzPts val="2400"/>
              <a:buFont typeface="Syne"/>
              <a:buNone/>
              <a:defRPr sz="2400">
                <a:latin typeface="Syne"/>
                <a:ea typeface="Syne"/>
                <a:cs typeface="Syne"/>
                <a:sym typeface="Syne"/>
              </a:defRPr>
            </a:lvl7pPr>
            <a:lvl8pPr lvl="7" rtl="0" algn="ctr">
              <a:lnSpc>
                <a:spcPct val="100000"/>
              </a:lnSpc>
              <a:spcBef>
                <a:spcPts val="0"/>
              </a:spcBef>
              <a:spcAft>
                <a:spcPts val="0"/>
              </a:spcAft>
              <a:buSzPts val="2400"/>
              <a:buFont typeface="Syne"/>
              <a:buNone/>
              <a:defRPr sz="2400">
                <a:latin typeface="Syne"/>
                <a:ea typeface="Syne"/>
                <a:cs typeface="Syne"/>
                <a:sym typeface="Syne"/>
              </a:defRPr>
            </a:lvl8pPr>
            <a:lvl9pPr lvl="8" rtl="0" algn="ctr">
              <a:lnSpc>
                <a:spcPct val="100000"/>
              </a:lnSpc>
              <a:spcBef>
                <a:spcPts val="0"/>
              </a:spcBef>
              <a:spcAft>
                <a:spcPts val="0"/>
              </a:spcAft>
              <a:buSzPts val="2400"/>
              <a:buFont typeface="Syne"/>
              <a:buNone/>
              <a:defRPr sz="2400">
                <a:latin typeface="Syne"/>
                <a:ea typeface="Syne"/>
                <a:cs typeface="Syne"/>
                <a:sym typeface="Syne"/>
              </a:defRPr>
            </a:lvl9pPr>
          </a:lstStyle>
          <a:p/>
        </p:txBody>
      </p:sp>
      <p:sp>
        <p:nvSpPr>
          <p:cNvPr id="66" name="Google Shape;66;p5"/>
          <p:cNvSpPr txBox="1"/>
          <p:nvPr>
            <p:ph idx="4" type="subTitle"/>
          </p:nvPr>
        </p:nvSpPr>
        <p:spPr>
          <a:xfrm>
            <a:off x="786300" y="2205100"/>
            <a:ext cx="3173700" cy="111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Syne"/>
              <a:buNone/>
              <a:defRPr sz="2400">
                <a:latin typeface="Syne"/>
                <a:ea typeface="Syne"/>
                <a:cs typeface="Syne"/>
                <a:sym typeface="Syne"/>
              </a:defRPr>
            </a:lvl1pPr>
            <a:lvl2pPr lvl="1" rtl="0" algn="ctr">
              <a:lnSpc>
                <a:spcPct val="100000"/>
              </a:lnSpc>
              <a:spcBef>
                <a:spcPts val="0"/>
              </a:spcBef>
              <a:spcAft>
                <a:spcPts val="0"/>
              </a:spcAft>
              <a:buSzPts val="2400"/>
              <a:buFont typeface="Syne"/>
              <a:buNone/>
              <a:defRPr sz="2400">
                <a:latin typeface="Syne"/>
                <a:ea typeface="Syne"/>
                <a:cs typeface="Syne"/>
                <a:sym typeface="Syne"/>
              </a:defRPr>
            </a:lvl2pPr>
            <a:lvl3pPr lvl="2" rtl="0" algn="ctr">
              <a:lnSpc>
                <a:spcPct val="100000"/>
              </a:lnSpc>
              <a:spcBef>
                <a:spcPts val="0"/>
              </a:spcBef>
              <a:spcAft>
                <a:spcPts val="0"/>
              </a:spcAft>
              <a:buSzPts val="2400"/>
              <a:buFont typeface="Syne"/>
              <a:buNone/>
              <a:defRPr sz="2400">
                <a:latin typeface="Syne"/>
                <a:ea typeface="Syne"/>
                <a:cs typeface="Syne"/>
                <a:sym typeface="Syne"/>
              </a:defRPr>
            </a:lvl3pPr>
            <a:lvl4pPr lvl="3" rtl="0" algn="ctr">
              <a:lnSpc>
                <a:spcPct val="100000"/>
              </a:lnSpc>
              <a:spcBef>
                <a:spcPts val="0"/>
              </a:spcBef>
              <a:spcAft>
                <a:spcPts val="0"/>
              </a:spcAft>
              <a:buSzPts val="2400"/>
              <a:buFont typeface="Syne"/>
              <a:buNone/>
              <a:defRPr sz="2400">
                <a:latin typeface="Syne"/>
                <a:ea typeface="Syne"/>
                <a:cs typeface="Syne"/>
                <a:sym typeface="Syne"/>
              </a:defRPr>
            </a:lvl4pPr>
            <a:lvl5pPr lvl="4" rtl="0" algn="ctr">
              <a:lnSpc>
                <a:spcPct val="100000"/>
              </a:lnSpc>
              <a:spcBef>
                <a:spcPts val="0"/>
              </a:spcBef>
              <a:spcAft>
                <a:spcPts val="0"/>
              </a:spcAft>
              <a:buSzPts val="2400"/>
              <a:buFont typeface="Syne"/>
              <a:buNone/>
              <a:defRPr sz="2400">
                <a:latin typeface="Syne"/>
                <a:ea typeface="Syne"/>
                <a:cs typeface="Syne"/>
                <a:sym typeface="Syne"/>
              </a:defRPr>
            </a:lvl5pPr>
            <a:lvl6pPr lvl="5" rtl="0" algn="ctr">
              <a:lnSpc>
                <a:spcPct val="100000"/>
              </a:lnSpc>
              <a:spcBef>
                <a:spcPts val="0"/>
              </a:spcBef>
              <a:spcAft>
                <a:spcPts val="0"/>
              </a:spcAft>
              <a:buSzPts val="2400"/>
              <a:buFont typeface="Syne"/>
              <a:buNone/>
              <a:defRPr sz="2400">
                <a:latin typeface="Syne"/>
                <a:ea typeface="Syne"/>
                <a:cs typeface="Syne"/>
                <a:sym typeface="Syne"/>
              </a:defRPr>
            </a:lvl6pPr>
            <a:lvl7pPr lvl="6" rtl="0" algn="ctr">
              <a:lnSpc>
                <a:spcPct val="100000"/>
              </a:lnSpc>
              <a:spcBef>
                <a:spcPts val="0"/>
              </a:spcBef>
              <a:spcAft>
                <a:spcPts val="0"/>
              </a:spcAft>
              <a:buSzPts val="2400"/>
              <a:buFont typeface="Syne"/>
              <a:buNone/>
              <a:defRPr sz="2400">
                <a:latin typeface="Syne"/>
                <a:ea typeface="Syne"/>
                <a:cs typeface="Syne"/>
                <a:sym typeface="Syne"/>
              </a:defRPr>
            </a:lvl7pPr>
            <a:lvl8pPr lvl="7" rtl="0" algn="ctr">
              <a:lnSpc>
                <a:spcPct val="100000"/>
              </a:lnSpc>
              <a:spcBef>
                <a:spcPts val="0"/>
              </a:spcBef>
              <a:spcAft>
                <a:spcPts val="0"/>
              </a:spcAft>
              <a:buSzPts val="2400"/>
              <a:buFont typeface="Syne"/>
              <a:buNone/>
              <a:defRPr sz="2400">
                <a:latin typeface="Syne"/>
                <a:ea typeface="Syne"/>
                <a:cs typeface="Syne"/>
                <a:sym typeface="Syne"/>
              </a:defRPr>
            </a:lvl8pPr>
            <a:lvl9pPr lvl="8" rtl="0" algn="ctr">
              <a:lnSpc>
                <a:spcPct val="100000"/>
              </a:lnSpc>
              <a:spcBef>
                <a:spcPts val="0"/>
              </a:spcBef>
              <a:spcAft>
                <a:spcPts val="0"/>
              </a:spcAft>
              <a:buSzPts val="2400"/>
              <a:buFont typeface="Syne"/>
              <a:buNone/>
              <a:defRPr sz="2400">
                <a:latin typeface="Syne"/>
                <a:ea typeface="Syne"/>
                <a:cs typeface="Syne"/>
                <a:sym typeface="Syne"/>
              </a:defRPr>
            </a:lvl9pPr>
          </a:lstStyle>
          <a:p/>
        </p:txBody>
      </p:sp>
      <p:sp>
        <p:nvSpPr>
          <p:cNvPr id="67" name="Google Shape;67;p5"/>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8" name="Shape 68"/>
        <p:cNvGrpSpPr/>
        <p:nvPr/>
      </p:nvGrpSpPr>
      <p:grpSpPr>
        <a:xfrm>
          <a:off x="0" y="0"/>
          <a:ext cx="0" cy="0"/>
          <a:chOff x="0" y="0"/>
          <a:chExt cx="0" cy="0"/>
        </a:xfrm>
      </p:grpSpPr>
      <p:sp>
        <p:nvSpPr>
          <p:cNvPr id="69" name="Google Shape;69;p6"/>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70" name="Google Shape;70;p6"/>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71" name="Google Shape;71;p6"/>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72" name="Google Shape;72;p6"/>
          <p:cNvGrpSpPr/>
          <p:nvPr/>
        </p:nvGrpSpPr>
        <p:grpSpPr>
          <a:xfrm>
            <a:off x="6903525" y="-981734"/>
            <a:ext cx="3017493" cy="5933984"/>
            <a:chOff x="6903525" y="-981734"/>
            <a:chExt cx="3017493" cy="5933984"/>
          </a:xfrm>
        </p:grpSpPr>
        <p:grpSp>
          <p:nvGrpSpPr>
            <p:cNvPr id="73" name="Google Shape;73;p6"/>
            <p:cNvGrpSpPr/>
            <p:nvPr/>
          </p:nvGrpSpPr>
          <p:grpSpPr>
            <a:xfrm>
              <a:off x="6903525" y="4815150"/>
              <a:ext cx="593700" cy="137100"/>
              <a:chOff x="8290500" y="4746600"/>
              <a:chExt cx="593700" cy="137100"/>
            </a:xfrm>
          </p:grpSpPr>
          <p:sp>
            <p:nvSpPr>
              <p:cNvPr id="74" name="Google Shape;74;p6"/>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75" name="Google Shape;75;p6"/>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76" name="Google Shape;76;p6"/>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77" name="Google Shape;77;p6"/>
            <p:cNvGrpSpPr/>
            <p:nvPr/>
          </p:nvGrpSpPr>
          <p:grpSpPr>
            <a:xfrm rot="-2700000">
              <a:off x="7782413" y="-602185"/>
              <a:ext cx="1789529" cy="1728583"/>
              <a:chOff x="7777000" y="-567252"/>
              <a:chExt cx="1789547" cy="1728600"/>
            </a:xfrm>
          </p:grpSpPr>
          <p:sp>
            <p:nvSpPr>
              <p:cNvPr id="78" name="Google Shape;78;p6"/>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79" name="Google Shape;79;p6"/>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0" name="Shape 80"/>
        <p:cNvGrpSpPr/>
        <p:nvPr/>
      </p:nvGrpSpPr>
      <p:grpSpPr>
        <a:xfrm>
          <a:off x="0" y="0"/>
          <a:ext cx="0" cy="0"/>
          <a:chOff x="0" y="0"/>
          <a:chExt cx="0" cy="0"/>
        </a:xfrm>
      </p:grpSpPr>
      <p:sp>
        <p:nvSpPr>
          <p:cNvPr id="81" name="Google Shape;81;p7"/>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82" name="Google Shape;82;p7"/>
          <p:cNvSpPr txBox="1"/>
          <p:nvPr>
            <p:ph type="title"/>
          </p:nvPr>
        </p:nvSpPr>
        <p:spPr>
          <a:xfrm>
            <a:off x="720000" y="431904"/>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3" name="Google Shape;83;p7"/>
          <p:cNvSpPr txBox="1"/>
          <p:nvPr>
            <p:ph idx="1" type="subTitle"/>
          </p:nvPr>
        </p:nvSpPr>
        <p:spPr>
          <a:xfrm>
            <a:off x="720000" y="1450802"/>
            <a:ext cx="7710900" cy="12432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grpSp>
        <p:nvGrpSpPr>
          <p:cNvPr id="84" name="Google Shape;84;p7"/>
          <p:cNvGrpSpPr/>
          <p:nvPr/>
        </p:nvGrpSpPr>
        <p:grpSpPr>
          <a:xfrm>
            <a:off x="1049950" y="-1134178"/>
            <a:ext cx="9195591" cy="7500330"/>
            <a:chOff x="1049950" y="-1134178"/>
            <a:chExt cx="9195591" cy="7500330"/>
          </a:xfrm>
        </p:grpSpPr>
        <p:grpSp>
          <p:nvGrpSpPr>
            <p:cNvPr id="85" name="Google Shape;85;p7"/>
            <p:cNvGrpSpPr/>
            <p:nvPr/>
          </p:nvGrpSpPr>
          <p:grpSpPr>
            <a:xfrm rot="-1800044">
              <a:off x="8143764" y="-802589"/>
              <a:ext cx="1789507" cy="1728562"/>
              <a:chOff x="7777000" y="-567252"/>
              <a:chExt cx="1789547" cy="1728600"/>
            </a:xfrm>
          </p:grpSpPr>
          <p:sp>
            <p:nvSpPr>
              <p:cNvPr id="86" name="Google Shape;86;p7"/>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87" name="Google Shape;87;p7"/>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88" name="Google Shape;88;p7"/>
            <p:cNvGrpSpPr/>
            <p:nvPr/>
          </p:nvGrpSpPr>
          <p:grpSpPr>
            <a:xfrm rot="-5400000">
              <a:off x="1277650" y="-37350"/>
              <a:ext cx="138900" cy="594300"/>
              <a:chOff x="259800" y="2501375"/>
              <a:chExt cx="138900" cy="594300"/>
            </a:xfrm>
          </p:grpSpPr>
          <p:sp>
            <p:nvSpPr>
              <p:cNvPr id="89" name="Google Shape;89;p7"/>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0" name="Google Shape;90;p7"/>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1" name="Google Shape;91;p7"/>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92" name="Google Shape;92;p7"/>
            <p:cNvGrpSpPr/>
            <p:nvPr/>
          </p:nvGrpSpPr>
          <p:grpSpPr>
            <a:xfrm rot="-8999956">
              <a:off x="5099414" y="4264372"/>
              <a:ext cx="1728562" cy="1789510"/>
              <a:chOff x="-433476" y="-754650"/>
              <a:chExt cx="1728600" cy="1789549"/>
            </a:xfrm>
          </p:grpSpPr>
          <p:sp>
            <p:nvSpPr>
              <p:cNvPr id="93" name="Google Shape;93;p7"/>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4" name="Google Shape;94;p7"/>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5" name="Shape 95"/>
        <p:cNvGrpSpPr/>
        <p:nvPr/>
      </p:nvGrpSpPr>
      <p:grpSpPr>
        <a:xfrm>
          <a:off x="0" y="0"/>
          <a:ext cx="0" cy="0"/>
          <a:chOff x="0" y="0"/>
          <a:chExt cx="0" cy="0"/>
        </a:xfrm>
      </p:grpSpPr>
      <p:sp>
        <p:nvSpPr>
          <p:cNvPr id="96" name="Google Shape;96;p8"/>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97" name="Google Shape;97;p8"/>
          <p:cNvGrpSpPr/>
          <p:nvPr/>
        </p:nvGrpSpPr>
        <p:grpSpPr>
          <a:xfrm>
            <a:off x="-398276" y="-833272"/>
            <a:ext cx="9992412" cy="6691446"/>
            <a:chOff x="-398276" y="-833272"/>
            <a:chExt cx="9992412" cy="6691446"/>
          </a:xfrm>
        </p:grpSpPr>
        <p:grpSp>
          <p:nvGrpSpPr>
            <p:cNvPr id="98" name="Google Shape;98;p8"/>
            <p:cNvGrpSpPr/>
            <p:nvPr/>
          </p:nvGrpSpPr>
          <p:grpSpPr>
            <a:xfrm rot="-5400000">
              <a:off x="-428749" y="-802799"/>
              <a:ext cx="1789547" cy="1728600"/>
              <a:chOff x="7777000" y="-567252"/>
              <a:chExt cx="1789547" cy="1728600"/>
            </a:xfrm>
          </p:grpSpPr>
          <p:sp>
            <p:nvSpPr>
              <p:cNvPr id="99" name="Google Shape;99;p8"/>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00" name="Google Shape;100;p8"/>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01" name="Google Shape;101;p8"/>
            <p:cNvGrpSpPr/>
            <p:nvPr/>
          </p:nvGrpSpPr>
          <p:grpSpPr>
            <a:xfrm rot="-5400000">
              <a:off x="8153925" y="-37350"/>
              <a:ext cx="138900" cy="594300"/>
              <a:chOff x="259800" y="2501375"/>
              <a:chExt cx="138900" cy="594300"/>
            </a:xfrm>
          </p:grpSpPr>
          <p:sp>
            <p:nvSpPr>
              <p:cNvPr id="102" name="Google Shape;102;p8"/>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03" name="Google Shape;103;p8"/>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04" name="Google Shape;104;p8"/>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05" name="Google Shape;105;p8"/>
            <p:cNvGrpSpPr/>
            <p:nvPr/>
          </p:nvGrpSpPr>
          <p:grpSpPr>
            <a:xfrm rot="10800000">
              <a:off x="7865536" y="4068624"/>
              <a:ext cx="1728600" cy="1789549"/>
              <a:chOff x="-433476" y="-754650"/>
              <a:chExt cx="1728600" cy="1789549"/>
            </a:xfrm>
          </p:grpSpPr>
          <p:sp>
            <p:nvSpPr>
              <p:cNvPr id="106" name="Google Shape;106;p8"/>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07" name="Google Shape;107;p8"/>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
        <p:nvSpPr>
          <p:cNvPr id="108" name="Google Shape;108;p8"/>
          <p:cNvSpPr txBox="1"/>
          <p:nvPr>
            <p:ph type="title"/>
          </p:nvPr>
        </p:nvSpPr>
        <p:spPr>
          <a:xfrm>
            <a:off x="1341125" y="2047600"/>
            <a:ext cx="6461700" cy="10482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100"/>
              <a:buNone/>
              <a:defRPr sz="53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9" name="Shape 109"/>
        <p:cNvGrpSpPr/>
        <p:nvPr/>
      </p:nvGrpSpPr>
      <p:grpSpPr>
        <a:xfrm>
          <a:off x="0" y="0"/>
          <a:ext cx="0" cy="0"/>
          <a:chOff x="0" y="0"/>
          <a:chExt cx="0" cy="0"/>
        </a:xfrm>
      </p:grpSpPr>
      <p:sp>
        <p:nvSpPr>
          <p:cNvPr id="110" name="Google Shape;110;p9"/>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111" name="Google Shape;111;p9"/>
          <p:cNvSpPr txBox="1"/>
          <p:nvPr>
            <p:ph type="title"/>
          </p:nvPr>
        </p:nvSpPr>
        <p:spPr>
          <a:xfrm>
            <a:off x="1958550" y="2166900"/>
            <a:ext cx="5226900" cy="1303800"/>
          </a:xfrm>
          <a:prstGeom prst="rect">
            <a:avLst/>
          </a:prstGeom>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15000"/>
              </a:lnSpc>
              <a:spcBef>
                <a:spcPts val="0"/>
              </a:spcBef>
              <a:spcAft>
                <a:spcPts val="0"/>
              </a:spcAft>
              <a:buSzPts val="3500"/>
              <a:buNone/>
              <a:defRPr b="0" sz="1800">
                <a:latin typeface="Poppins"/>
                <a:ea typeface="Poppins"/>
                <a:cs typeface="Poppins"/>
                <a:sym typeface="Poppins"/>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12" name="Google Shape;112;p9"/>
          <p:cNvGrpSpPr/>
          <p:nvPr/>
        </p:nvGrpSpPr>
        <p:grpSpPr>
          <a:xfrm>
            <a:off x="-604491" y="-496839"/>
            <a:ext cx="10396060" cy="6576412"/>
            <a:chOff x="-604491" y="-496839"/>
            <a:chExt cx="10396060" cy="6576412"/>
          </a:xfrm>
        </p:grpSpPr>
        <p:grpSp>
          <p:nvGrpSpPr>
            <p:cNvPr id="113" name="Google Shape;113;p9"/>
            <p:cNvGrpSpPr/>
            <p:nvPr/>
          </p:nvGrpSpPr>
          <p:grpSpPr>
            <a:xfrm>
              <a:off x="190350" y="2517800"/>
              <a:ext cx="138900" cy="594300"/>
              <a:chOff x="259800" y="2501375"/>
              <a:chExt cx="138900" cy="594300"/>
            </a:xfrm>
          </p:grpSpPr>
          <p:sp>
            <p:nvSpPr>
              <p:cNvPr id="114" name="Google Shape;114;p9"/>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15" name="Google Shape;115;p9"/>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16" name="Google Shape;116;p9"/>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17" name="Google Shape;117;p9"/>
            <p:cNvGrpSpPr/>
            <p:nvPr/>
          </p:nvGrpSpPr>
          <p:grpSpPr>
            <a:xfrm>
              <a:off x="6891900" y="191250"/>
              <a:ext cx="593700" cy="137100"/>
              <a:chOff x="8290500" y="4746600"/>
              <a:chExt cx="593700" cy="137100"/>
            </a:xfrm>
          </p:grpSpPr>
          <p:sp>
            <p:nvSpPr>
              <p:cNvPr id="118" name="Google Shape;118;p9"/>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19" name="Google Shape;119;p9"/>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20" name="Google Shape;120;p9"/>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sp>
          <p:nvSpPr>
            <p:cNvPr id="121" name="Google Shape;121;p9"/>
            <p:cNvSpPr/>
            <p:nvPr/>
          </p:nvSpPr>
          <p:spPr>
            <a:xfrm rot="10800000">
              <a:off x="-604491" y="-496839"/>
              <a:ext cx="1728600" cy="1727400"/>
            </a:xfrm>
            <a:prstGeom prst="arc">
              <a:avLst>
                <a:gd fmla="val 20606760"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122" name="Google Shape;122;p9"/>
            <p:cNvGrpSpPr/>
            <p:nvPr/>
          </p:nvGrpSpPr>
          <p:grpSpPr>
            <a:xfrm rot="7200044">
              <a:off x="7720263" y="3988947"/>
              <a:ext cx="1728562" cy="1789510"/>
              <a:chOff x="-433476" y="-754650"/>
              <a:chExt cx="1728600" cy="1789549"/>
            </a:xfrm>
          </p:grpSpPr>
          <p:sp>
            <p:nvSpPr>
              <p:cNvPr id="123" name="Google Shape;123;p9"/>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24" name="Google Shape;124;p9"/>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5" name="Shape 125"/>
        <p:cNvGrpSpPr/>
        <p:nvPr/>
      </p:nvGrpSpPr>
      <p:grpSpPr>
        <a:xfrm>
          <a:off x="0" y="0"/>
          <a:ext cx="0" cy="0"/>
          <a:chOff x="0" y="0"/>
          <a:chExt cx="0" cy="0"/>
        </a:xfrm>
      </p:grpSpPr>
      <p:sp>
        <p:nvSpPr>
          <p:cNvPr id="126" name="Google Shape;126;p10"/>
          <p:cNvSpPr/>
          <p:nvPr>
            <p:ph idx="2" type="pic"/>
          </p:nvPr>
        </p:nvSpPr>
        <p:spPr>
          <a:xfrm>
            <a:off x="-6650" y="-6650"/>
            <a:ext cx="9150600" cy="5143500"/>
          </a:xfrm>
          <a:prstGeom prst="rect">
            <a:avLst/>
          </a:prstGeom>
          <a:noFill/>
          <a:ln>
            <a:noFill/>
          </a:ln>
        </p:spPr>
      </p:sp>
      <p:sp>
        <p:nvSpPr>
          <p:cNvPr id="127" name="Google Shape;127;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28" name="Shape 128"/>
        <p:cNvGrpSpPr/>
        <p:nvPr/>
      </p:nvGrpSpPr>
      <p:grpSpPr>
        <a:xfrm>
          <a:off x="0" y="0"/>
          <a:ext cx="0" cy="0"/>
          <a:chOff x="0" y="0"/>
          <a:chExt cx="0" cy="0"/>
        </a:xfrm>
      </p:grpSpPr>
      <p:sp>
        <p:nvSpPr>
          <p:cNvPr id="129" name="Google Shape;129;p11"/>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130" name="Google Shape;130;p11"/>
          <p:cNvGrpSpPr/>
          <p:nvPr/>
        </p:nvGrpSpPr>
        <p:grpSpPr>
          <a:xfrm>
            <a:off x="-398276" y="-833272"/>
            <a:ext cx="9992412" cy="6691446"/>
            <a:chOff x="-398276" y="-833272"/>
            <a:chExt cx="9992412" cy="6691446"/>
          </a:xfrm>
        </p:grpSpPr>
        <p:grpSp>
          <p:nvGrpSpPr>
            <p:cNvPr id="131" name="Google Shape;131;p11"/>
            <p:cNvGrpSpPr/>
            <p:nvPr/>
          </p:nvGrpSpPr>
          <p:grpSpPr>
            <a:xfrm rot="-5400000">
              <a:off x="-428749" y="-802799"/>
              <a:ext cx="1789547" cy="1728600"/>
              <a:chOff x="7777000" y="-567252"/>
              <a:chExt cx="1789547" cy="1728600"/>
            </a:xfrm>
          </p:grpSpPr>
          <p:sp>
            <p:nvSpPr>
              <p:cNvPr id="132" name="Google Shape;132;p11"/>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33" name="Google Shape;133;p11"/>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34" name="Google Shape;134;p11"/>
            <p:cNvGrpSpPr/>
            <p:nvPr/>
          </p:nvGrpSpPr>
          <p:grpSpPr>
            <a:xfrm rot="-5400000">
              <a:off x="8153925" y="-37350"/>
              <a:ext cx="138900" cy="594300"/>
              <a:chOff x="259800" y="2501375"/>
              <a:chExt cx="138900" cy="594300"/>
            </a:xfrm>
          </p:grpSpPr>
          <p:sp>
            <p:nvSpPr>
              <p:cNvPr id="135" name="Google Shape;135;p11"/>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36" name="Google Shape;136;p11"/>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37" name="Google Shape;137;p11"/>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38" name="Google Shape;138;p11"/>
            <p:cNvGrpSpPr/>
            <p:nvPr/>
          </p:nvGrpSpPr>
          <p:grpSpPr>
            <a:xfrm rot="10800000">
              <a:off x="7865536" y="4068624"/>
              <a:ext cx="1728600" cy="1789549"/>
              <a:chOff x="-433476" y="-754650"/>
              <a:chExt cx="1728600" cy="1789549"/>
            </a:xfrm>
          </p:grpSpPr>
          <p:sp>
            <p:nvSpPr>
              <p:cNvPr id="139" name="Google Shape;139;p11"/>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40" name="Google Shape;140;p11"/>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
        <p:nvSpPr>
          <p:cNvPr id="141" name="Google Shape;141;p11"/>
          <p:cNvSpPr txBox="1"/>
          <p:nvPr>
            <p:ph hasCustomPrompt="1" type="title"/>
          </p:nvPr>
        </p:nvSpPr>
        <p:spPr>
          <a:xfrm>
            <a:off x="2085050" y="2084125"/>
            <a:ext cx="4974000" cy="8430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42" name="Google Shape;142;p11"/>
          <p:cNvSpPr txBox="1"/>
          <p:nvPr>
            <p:ph idx="1" type="subTitle"/>
          </p:nvPr>
        </p:nvSpPr>
        <p:spPr>
          <a:xfrm>
            <a:off x="2085050" y="2927100"/>
            <a:ext cx="4974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1"/>
        </a:solidFill>
      </p:bgPr>
    </p:bg>
    <p:spTree>
      <p:nvGrpSpPr>
        <p:cNvPr id="143" name="Shape 14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44" name="Shape 144"/>
        <p:cNvGrpSpPr/>
        <p:nvPr/>
      </p:nvGrpSpPr>
      <p:grpSpPr>
        <a:xfrm>
          <a:off x="0" y="0"/>
          <a:ext cx="0" cy="0"/>
          <a:chOff x="0" y="0"/>
          <a:chExt cx="0" cy="0"/>
        </a:xfrm>
      </p:grpSpPr>
      <p:sp>
        <p:nvSpPr>
          <p:cNvPr id="145" name="Google Shape;145;p13"/>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146" name="Google Shape;146;p13"/>
          <p:cNvSpPr txBox="1"/>
          <p:nvPr>
            <p:ph idx="1" type="subTitle"/>
          </p:nvPr>
        </p:nvSpPr>
        <p:spPr>
          <a:xfrm>
            <a:off x="720000" y="1453775"/>
            <a:ext cx="6859500" cy="1241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
        <p:nvSpPr>
          <p:cNvPr id="147" name="Google Shape;147;p13"/>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48" name="Google Shape;148;p13"/>
          <p:cNvGrpSpPr/>
          <p:nvPr/>
        </p:nvGrpSpPr>
        <p:grpSpPr>
          <a:xfrm>
            <a:off x="-1185444" y="-1026851"/>
            <a:ext cx="11323837" cy="6235522"/>
            <a:chOff x="-1185444" y="-1026851"/>
            <a:chExt cx="11323837" cy="6235522"/>
          </a:xfrm>
        </p:grpSpPr>
        <p:grpSp>
          <p:nvGrpSpPr>
            <p:cNvPr id="149" name="Google Shape;149;p13"/>
            <p:cNvGrpSpPr/>
            <p:nvPr/>
          </p:nvGrpSpPr>
          <p:grpSpPr>
            <a:xfrm>
              <a:off x="-1185444" y="2557150"/>
              <a:ext cx="10139094" cy="2651521"/>
              <a:chOff x="-1185444" y="2557150"/>
              <a:chExt cx="10139094" cy="2651521"/>
            </a:xfrm>
          </p:grpSpPr>
          <p:grpSp>
            <p:nvGrpSpPr>
              <p:cNvPr id="150" name="Google Shape;150;p13"/>
              <p:cNvGrpSpPr/>
              <p:nvPr/>
            </p:nvGrpSpPr>
            <p:grpSpPr>
              <a:xfrm>
                <a:off x="8814750" y="2557150"/>
                <a:ext cx="138900" cy="594300"/>
                <a:chOff x="259800" y="2501375"/>
                <a:chExt cx="138900" cy="594300"/>
              </a:xfrm>
            </p:grpSpPr>
            <p:sp>
              <p:nvSpPr>
                <p:cNvPr id="151" name="Google Shape;151;p13"/>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52" name="Google Shape;152;p13"/>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53" name="Google Shape;153;p13"/>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sp>
            <p:nvSpPr>
              <p:cNvPr id="154" name="Google Shape;154;p13"/>
              <p:cNvSpPr/>
              <p:nvPr/>
            </p:nvSpPr>
            <p:spPr>
              <a:xfrm rot="10530084">
                <a:off x="-1120457" y="3415918"/>
                <a:ext cx="1728826" cy="1727606"/>
              </a:xfrm>
              <a:prstGeom prst="arc">
                <a:avLst>
                  <a:gd fmla="val 14305241"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155" name="Google Shape;155;p13"/>
              <p:cNvGrpSpPr/>
              <p:nvPr/>
            </p:nvGrpSpPr>
            <p:grpSpPr>
              <a:xfrm>
                <a:off x="3790575" y="4815150"/>
                <a:ext cx="593700" cy="137100"/>
                <a:chOff x="8290500" y="4746600"/>
                <a:chExt cx="593700" cy="137100"/>
              </a:xfrm>
            </p:grpSpPr>
            <p:sp>
              <p:nvSpPr>
                <p:cNvPr id="156" name="Google Shape;156;p13"/>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57" name="Google Shape;157;p13"/>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58" name="Google Shape;158;p13"/>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nvGrpSpPr>
            <p:cNvPr id="159" name="Google Shape;159;p13"/>
            <p:cNvGrpSpPr/>
            <p:nvPr/>
          </p:nvGrpSpPr>
          <p:grpSpPr>
            <a:xfrm>
              <a:off x="7991894" y="-1026851"/>
              <a:ext cx="2146500" cy="2146200"/>
              <a:chOff x="7991894" y="-1026851"/>
              <a:chExt cx="2146500" cy="2146200"/>
            </a:xfrm>
          </p:grpSpPr>
          <p:sp>
            <p:nvSpPr>
              <p:cNvPr id="160" name="Google Shape;160;p13"/>
              <p:cNvSpPr/>
              <p:nvPr/>
            </p:nvSpPr>
            <p:spPr>
              <a:xfrm rot="-9814103">
                <a:off x="8200792" y="-817586"/>
                <a:ext cx="1728704" cy="1727671"/>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61" name="Google Shape;161;p13"/>
              <p:cNvSpPr/>
              <p:nvPr/>
            </p:nvSpPr>
            <p:spPr>
              <a:xfrm rot="7425">
                <a:off x="8817004" y="814077"/>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62" name="Shape 162"/>
        <p:cNvGrpSpPr/>
        <p:nvPr/>
      </p:nvGrpSpPr>
      <p:grpSpPr>
        <a:xfrm>
          <a:off x="0" y="0"/>
          <a:ext cx="0" cy="0"/>
          <a:chOff x="0" y="0"/>
          <a:chExt cx="0" cy="0"/>
        </a:xfrm>
      </p:grpSpPr>
      <p:sp>
        <p:nvSpPr>
          <p:cNvPr id="163" name="Google Shape;163;p14"/>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164" name="Google Shape;164;p14"/>
          <p:cNvSpPr txBox="1"/>
          <p:nvPr>
            <p:ph type="title"/>
          </p:nvPr>
        </p:nvSpPr>
        <p:spPr>
          <a:xfrm>
            <a:off x="2057700" y="2042625"/>
            <a:ext cx="5028600" cy="1179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15000"/>
              </a:lnSpc>
              <a:spcBef>
                <a:spcPts val="0"/>
              </a:spcBef>
              <a:spcAft>
                <a:spcPts val="0"/>
              </a:spcAft>
              <a:buSzPts val="3500"/>
              <a:buNone/>
              <a:defRPr b="0" sz="1800">
                <a:latin typeface="Poppins"/>
                <a:ea typeface="Poppins"/>
                <a:cs typeface="Poppins"/>
                <a:sym typeface="Poppins"/>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65" name="Google Shape;165;p14"/>
          <p:cNvGrpSpPr/>
          <p:nvPr/>
        </p:nvGrpSpPr>
        <p:grpSpPr>
          <a:xfrm>
            <a:off x="190350" y="191250"/>
            <a:ext cx="7181900" cy="4017075"/>
            <a:chOff x="190350" y="191250"/>
            <a:chExt cx="7181900" cy="4017075"/>
          </a:xfrm>
        </p:grpSpPr>
        <p:grpSp>
          <p:nvGrpSpPr>
            <p:cNvPr id="166" name="Google Shape;166;p14"/>
            <p:cNvGrpSpPr/>
            <p:nvPr/>
          </p:nvGrpSpPr>
          <p:grpSpPr>
            <a:xfrm>
              <a:off x="6778550" y="191250"/>
              <a:ext cx="593700" cy="137100"/>
              <a:chOff x="8290500" y="4746600"/>
              <a:chExt cx="593700" cy="137100"/>
            </a:xfrm>
          </p:grpSpPr>
          <p:sp>
            <p:nvSpPr>
              <p:cNvPr id="167" name="Google Shape;167;p14"/>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68" name="Google Shape;168;p14"/>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69" name="Google Shape;169;p14"/>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70" name="Google Shape;170;p14"/>
            <p:cNvGrpSpPr/>
            <p:nvPr/>
          </p:nvGrpSpPr>
          <p:grpSpPr>
            <a:xfrm>
              <a:off x="190350" y="3614025"/>
              <a:ext cx="138900" cy="594300"/>
              <a:chOff x="259800" y="2501375"/>
              <a:chExt cx="138900" cy="594300"/>
            </a:xfrm>
          </p:grpSpPr>
          <p:sp>
            <p:nvSpPr>
              <p:cNvPr id="171" name="Google Shape;171;p14"/>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72" name="Google Shape;172;p14"/>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73" name="Google Shape;173;p14"/>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74" name="Shape 174"/>
        <p:cNvGrpSpPr/>
        <p:nvPr/>
      </p:nvGrpSpPr>
      <p:grpSpPr>
        <a:xfrm>
          <a:off x="0" y="0"/>
          <a:ext cx="0" cy="0"/>
          <a:chOff x="0" y="0"/>
          <a:chExt cx="0" cy="0"/>
        </a:xfrm>
      </p:grpSpPr>
      <p:sp>
        <p:nvSpPr>
          <p:cNvPr id="175" name="Google Shape;175;p15"/>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176" name="Google Shape;176;p15"/>
          <p:cNvSpPr txBox="1"/>
          <p:nvPr>
            <p:ph type="title"/>
          </p:nvPr>
        </p:nvSpPr>
        <p:spPr>
          <a:xfrm>
            <a:off x="1183800" y="3494675"/>
            <a:ext cx="6776400" cy="4956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77" name="Google Shape;177;p15"/>
          <p:cNvGrpSpPr/>
          <p:nvPr/>
        </p:nvGrpSpPr>
        <p:grpSpPr>
          <a:xfrm>
            <a:off x="190350" y="-389439"/>
            <a:ext cx="9845775" cy="6332324"/>
            <a:chOff x="190350" y="-389439"/>
            <a:chExt cx="9845775" cy="6332324"/>
          </a:xfrm>
        </p:grpSpPr>
        <p:grpSp>
          <p:nvGrpSpPr>
            <p:cNvPr id="178" name="Google Shape;178;p15"/>
            <p:cNvGrpSpPr/>
            <p:nvPr/>
          </p:nvGrpSpPr>
          <p:grpSpPr>
            <a:xfrm rot="8999956">
              <a:off x="7975973" y="3841105"/>
              <a:ext cx="1728562" cy="1789510"/>
              <a:chOff x="-433476" y="-754650"/>
              <a:chExt cx="1728600" cy="1789549"/>
            </a:xfrm>
          </p:grpSpPr>
          <p:sp>
            <p:nvSpPr>
              <p:cNvPr id="179" name="Google Shape;179;p15"/>
              <p:cNvSpPr/>
              <p:nvPr/>
            </p:nvSpPr>
            <p:spPr>
              <a:xfrm rot="-10799403">
                <a:off x="-433476" y="-754500"/>
                <a:ext cx="1728600" cy="1727700"/>
              </a:xfrm>
              <a:prstGeom prst="arc">
                <a:avLst>
                  <a:gd fmla="val 16200000" name="adj1"/>
                  <a:gd fmla="val 13291826"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80" name="Google Shape;180;p15"/>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81" name="Google Shape;181;p15"/>
            <p:cNvGrpSpPr/>
            <p:nvPr/>
          </p:nvGrpSpPr>
          <p:grpSpPr>
            <a:xfrm>
              <a:off x="7489625" y="189400"/>
              <a:ext cx="593700" cy="137100"/>
              <a:chOff x="8290500" y="4746600"/>
              <a:chExt cx="593700" cy="137100"/>
            </a:xfrm>
          </p:grpSpPr>
          <p:sp>
            <p:nvSpPr>
              <p:cNvPr id="182" name="Google Shape;182;p15"/>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83" name="Google Shape;183;p15"/>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84" name="Google Shape;184;p15"/>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85" name="Google Shape;185;p15"/>
            <p:cNvGrpSpPr/>
            <p:nvPr/>
          </p:nvGrpSpPr>
          <p:grpSpPr>
            <a:xfrm>
              <a:off x="190350" y="3534725"/>
              <a:ext cx="138900" cy="594300"/>
              <a:chOff x="259800" y="2501375"/>
              <a:chExt cx="138900" cy="594300"/>
            </a:xfrm>
          </p:grpSpPr>
          <p:sp>
            <p:nvSpPr>
              <p:cNvPr id="186" name="Google Shape;186;p15"/>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87" name="Google Shape;187;p15"/>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88" name="Google Shape;188;p15"/>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sp>
          <p:nvSpPr>
            <p:cNvPr id="189" name="Google Shape;189;p15"/>
            <p:cNvSpPr/>
            <p:nvPr/>
          </p:nvSpPr>
          <p:spPr>
            <a:xfrm rot="10800000">
              <a:off x="3626009" y="-389439"/>
              <a:ext cx="1728600" cy="1727400"/>
            </a:xfrm>
            <a:prstGeom prst="arc">
              <a:avLst>
                <a:gd fmla="val 19599382"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90" name="Shape 190"/>
        <p:cNvGrpSpPr/>
        <p:nvPr/>
      </p:nvGrpSpPr>
      <p:grpSpPr>
        <a:xfrm>
          <a:off x="0" y="0"/>
          <a:ext cx="0" cy="0"/>
          <a:chOff x="0" y="0"/>
          <a:chExt cx="0" cy="0"/>
        </a:xfrm>
      </p:grpSpPr>
      <p:sp>
        <p:nvSpPr>
          <p:cNvPr id="191" name="Google Shape;191;p16"/>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192" name="Google Shape;192;p16"/>
          <p:cNvSpPr txBox="1"/>
          <p:nvPr>
            <p:ph idx="1" type="subTitle"/>
          </p:nvPr>
        </p:nvSpPr>
        <p:spPr>
          <a:xfrm>
            <a:off x="713225" y="1449374"/>
            <a:ext cx="7717500" cy="1554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93" name="Google Shape;193;p16"/>
          <p:cNvGrpSpPr/>
          <p:nvPr/>
        </p:nvGrpSpPr>
        <p:grpSpPr>
          <a:xfrm>
            <a:off x="-936076" y="-1003011"/>
            <a:ext cx="11061132" cy="7369163"/>
            <a:chOff x="-936076" y="-1003011"/>
            <a:chExt cx="11061132" cy="7369163"/>
          </a:xfrm>
        </p:grpSpPr>
        <p:grpSp>
          <p:nvGrpSpPr>
            <p:cNvPr id="194" name="Google Shape;194;p16"/>
            <p:cNvGrpSpPr/>
            <p:nvPr/>
          </p:nvGrpSpPr>
          <p:grpSpPr>
            <a:xfrm rot="-887781">
              <a:off x="8144329" y="-803148"/>
              <a:ext cx="1789658" cy="1728708"/>
              <a:chOff x="7777000" y="-567252"/>
              <a:chExt cx="1789547" cy="1728600"/>
            </a:xfrm>
          </p:grpSpPr>
          <p:sp>
            <p:nvSpPr>
              <p:cNvPr id="195" name="Google Shape;195;p16"/>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96" name="Google Shape;196;p16"/>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197" name="Google Shape;197;p16"/>
            <p:cNvGrpSpPr/>
            <p:nvPr/>
          </p:nvGrpSpPr>
          <p:grpSpPr>
            <a:xfrm rot="-5400000">
              <a:off x="1277650" y="-37350"/>
              <a:ext cx="138900" cy="594300"/>
              <a:chOff x="259800" y="2501375"/>
              <a:chExt cx="138900" cy="594300"/>
            </a:xfrm>
          </p:grpSpPr>
          <p:sp>
            <p:nvSpPr>
              <p:cNvPr id="198" name="Google Shape;198;p16"/>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99" name="Google Shape;199;p16"/>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00" name="Google Shape;200;p16"/>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01" name="Google Shape;201;p16"/>
            <p:cNvGrpSpPr/>
            <p:nvPr/>
          </p:nvGrpSpPr>
          <p:grpSpPr>
            <a:xfrm rot="-8999956">
              <a:off x="-604486" y="4264372"/>
              <a:ext cx="1728562" cy="1789510"/>
              <a:chOff x="-433476" y="-754650"/>
              <a:chExt cx="1728600" cy="1789549"/>
            </a:xfrm>
          </p:grpSpPr>
          <p:sp>
            <p:nvSpPr>
              <p:cNvPr id="202" name="Google Shape;202;p16"/>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03" name="Google Shape;203;p16"/>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
        <p:nvSpPr>
          <p:cNvPr id="204" name="Google Shape;204;p16"/>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05" name="Shape 205"/>
        <p:cNvGrpSpPr/>
        <p:nvPr/>
      </p:nvGrpSpPr>
      <p:grpSpPr>
        <a:xfrm>
          <a:off x="0" y="0"/>
          <a:ext cx="0" cy="0"/>
          <a:chOff x="0" y="0"/>
          <a:chExt cx="0" cy="0"/>
        </a:xfrm>
      </p:grpSpPr>
      <p:sp>
        <p:nvSpPr>
          <p:cNvPr id="206" name="Google Shape;206;p17"/>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207" name="Google Shape;207;p17"/>
          <p:cNvSpPr txBox="1"/>
          <p:nvPr>
            <p:ph type="title"/>
          </p:nvPr>
        </p:nvSpPr>
        <p:spPr>
          <a:xfrm>
            <a:off x="889475" y="980750"/>
            <a:ext cx="6861000" cy="6948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8" name="Google Shape;208;p17"/>
          <p:cNvSpPr txBox="1"/>
          <p:nvPr>
            <p:ph idx="1" type="subTitle"/>
          </p:nvPr>
        </p:nvSpPr>
        <p:spPr>
          <a:xfrm>
            <a:off x="889475" y="1833150"/>
            <a:ext cx="6861000" cy="1552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09" name="Google Shape;209;p17"/>
          <p:cNvGrpSpPr/>
          <p:nvPr/>
        </p:nvGrpSpPr>
        <p:grpSpPr>
          <a:xfrm>
            <a:off x="-936076" y="-1134178"/>
            <a:ext cx="11181617" cy="7500330"/>
            <a:chOff x="-936076" y="-1134178"/>
            <a:chExt cx="11181617" cy="7500330"/>
          </a:xfrm>
        </p:grpSpPr>
        <p:grpSp>
          <p:nvGrpSpPr>
            <p:cNvPr id="210" name="Google Shape;210;p17"/>
            <p:cNvGrpSpPr/>
            <p:nvPr/>
          </p:nvGrpSpPr>
          <p:grpSpPr>
            <a:xfrm rot="-1800044">
              <a:off x="8143764" y="-802589"/>
              <a:ext cx="1789507" cy="1728562"/>
              <a:chOff x="7777000" y="-567252"/>
              <a:chExt cx="1789547" cy="1728600"/>
            </a:xfrm>
          </p:grpSpPr>
          <p:sp>
            <p:nvSpPr>
              <p:cNvPr id="211" name="Google Shape;211;p17"/>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2" name="Google Shape;212;p17"/>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13" name="Google Shape;213;p17"/>
            <p:cNvGrpSpPr/>
            <p:nvPr/>
          </p:nvGrpSpPr>
          <p:grpSpPr>
            <a:xfrm rot="-5400000">
              <a:off x="4644025" y="-37350"/>
              <a:ext cx="138900" cy="594300"/>
              <a:chOff x="259800" y="2501375"/>
              <a:chExt cx="138900" cy="594300"/>
            </a:xfrm>
          </p:grpSpPr>
          <p:sp>
            <p:nvSpPr>
              <p:cNvPr id="214" name="Google Shape;214;p17"/>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5" name="Google Shape;215;p17"/>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6" name="Google Shape;216;p17"/>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17" name="Google Shape;217;p17"/>
            <p:cNvGrpSpPr/>
            <p:nvPr/>
          </p:nvGrpSpPr>
          <p:grpSpPr>
            <a:xfrm rot="-8999956">
              <a:off x="-604486" y="4264372"/>
              <a:ext cx="1728562" cy="1789510"/>
              <a:chOff x="-433476" y="-754650"/>
              <a:chExt cx="1728600" cy="1789549"/>
            </a:xfrm>
          </p:grpSpPr>
          <p:sp>
            <p:nvSpPr>
              <p:cNvPr id="218" name="Google Shape;218;p17"/>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9" name="Google Shape;219;p17"/>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20" name="Shape 220"/>
        <p:cNvGrpSpPr/>
        <p:nvPr/>
      </p:nvGrpSpPr>
      <p:grpSpPr>
        <a:xfrm>
          <a:off x="0" y="0"/>
          <a:ext cx="0" cy="0"/>
          <a:chOff x="0" y="0"/>
          <a:chExt cx="0" cy="0"/>
        </a:xfrm>
      </p:grpSpPr>
      <p:sp>
        <p:nvSpPr>
          <p:cNvPr id="221" name="Google Shape;221;p18"/>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222" name="Google Shape;222;p18"/>
          <p:cNvSpPr txBox="1"/>
          <p:nvPr>
            <p:ph type="title"/>
          </p:nvPr>
        </p:nvSpPr>
        <p:spPr>
          <a:xfrm>
            <a:off x="5553850" y="1821450"/>
            <a:ext cx="26304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3" name="Google Shape;223;p18"/>
          <p:cNvSpPr txBox="1"/>
          <p:nvPr>
            <p:ph idx="1" type="subTitle"/>
          </p:nvPr>
        </p:nvSpPr>
        <p:spPr>
          <a:xfrm>
            <a:off x="5553975" y="2317950"/>
            <a:ext cx="2630400" cy="1080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24" name="Google Shape;224;p18"/>
          <p:cNvGrpSpPr/>
          <p:nvPr/>
        </p:nvGrpSpPr>
        <p:grpSpPr>
          <a:xfrm>
            <a:off x="-1054156" y="-656378"/>
            <a:ext cx="11095380" cy="6591992"/>
            <a:chOff x="-1054156" y="-656378"/>
            <a:chExt cx="11095380" cy="6591992"/>
          </a:xfrm>
        </p:grpSpPr>
        <p:grpSp>
          <p:nvGrpSpPr>
            <p:cNvPr id="225" name="Google Shape;225;p18"/>
            <p:cNvGrpSpPr/>
            <p:nvPr/>
          </p:nvGrpSpPr>
          <p:grpSpPr>
            <a:xfrm rot="-1800044">
              <a:off x="-741886" y="-324789"/>
              <a:ext cx="1789507" cy="1728562"/>
              <a:chOff x="7777000" y="-567252"/>
              <a:chExt cx="1789547" cy="1728600"/>
            </a:xfrm>
          </p:grpSpPr>
          <p:sp>
            <p:nvSpPr>
              <p:cNvPr id="226" name="Google Shape;226;p18"/>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27" name="Google Shape;227;p18"/>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28" name="Google Shape;228;p18"/>
            <p:cNvGrpSpPr/>
            <p:nvPr/>
          </p:nvGrpSpPr>
          <p:grpSpPr>
            <a:xfrm rot="-5400000">
              <a:off x="4056875" y="4581625"/>
              <a:ext cx="138900" cy="594300"/>
              <a:chOff x="259800" y="2501375"/>
              <a:chExt cx="138900" cy="594300"/>
            </a:xfrm>
          </p:grpSpPr>
          <p:sp>
            <p:nvSpPr>
              <p:cNvPr id="229" name="Google Shape;229;p18"/>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30" name="Google Shape;230;p18"/>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31" name="Google Shape;231;p18"/>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32" name="Google Shape;232;p18"/>
            <p:cNvGrpSpPr/>
            <p:nvPr/>
          </p:nvGrpSpPr>
          <p:grpSpPr>
            <a:xfrm rot="8999956">
              <a:off x="7981072" y="3833834"/>
              <a:ext cx="1728562" cy="1789510"/>
              <a:chOff x="-433476" y="-754650"/>
              <a:chExt cx="1728600" cy="1789549"/>
            </a:xfrm>
          </p:grpSpPr>
          <p:sp>
            <p:nvSpPr>
              <p:cNvPr id="233" name="Google Shape;233;p18"/>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34" name="Google Shape;234;p18"/>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
    <p:spTree>
      <p:nvGrpSpPr>
        <p:cNvPr id="235" name="Shape 235"/>
        <p:cNvGrpSpPr/>
        <p:nvPr/>
      </p:nvGrpSpPr>
      <p:grpSpPr>
        <a:xfrm>
          <a:off x="0" y="0"/>
          <a:ext cx="0" cy="0"/>
          <a:chOff x="0" y="0"/>
          <a:chExt cx="0" cy="0"/>
        </a:xfrm>
      </p:grpSpPr>
      <p:sp>
        <p:nvSpPr>
          <p:cNvPr id="236" name="Google Shape;236;p19"/>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237" name="Google Shape;237;p19"/>
          <p:cNvSpPr txBox="1"/>
          <p:nvPr>
            <p:ph type="title"/>
          </p:nvPr>
        </p:nvSpPr>
        <p:spPr>
          <a:xfrm>
            <a:off x="889475" y="1102975"/>
            <a:ext cx="7598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8" name="Google Shape;238;p19"/>
          <p:cNvSpPr txBox="1"/>
          <p:nvPr>
            <p:ph idx="1" type="subTitle"/>
          </p:nvPr>
        </p:nvSpPr>
        <p:spPr>
          <a:xfrm>
            <a:off x="889475" y="1833150"/>
            <a:ext cx="7598100" cy="181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39" name="Google Shape;239;p19"/>
          <p:cNvGrpSpPr/>
          <p:nvPr/>
        </p:nvGrpSpPr>
        <p:grpSpPr>
          <a:xfrm>
            <a:off x="-620004" y="190350"/>
            <a:ext cx="9572754" cy="5859263"/>
            <a:chOff x="-620004" y="190350"/>
            <a:chExt cx="9572754" cy="5859263"/>
          </a:xfrm>
        </p:grpSpPr>
        <p:grpSp>
          <p:nvGrpSpPr>
            <p:cNvPr id="240" name="Google Shape;240;p19"/>
            <p:cNvGrpSpPr/>
            <p:nvPr/>
          </p:nvGrpSpPr>
          <p:grpSpPr>
            <a:xfrm>
              <a:off x="2559175" y="190350"/>
              <a:ext cx="6393575" cy="2921850"/>
              <a:chOff x="2559175" y="190350"/>
              <a:chExt cx="6393575" cy="2921850"/>
            </a:xfrm>
          </p:grpSpPr>
          <p:grpSp>
            <p:nvGrpSpPr>
              <p:cNvPr id="241" name="Google Shape;241;p19"/>
              <p:cNvGrpSpPr/>
              <p:nvPr/>
            </p:nvGrpSpPr>
            <p:grpSpPr>
              <a:xfrm rot="-5400000">
                <a:off x="8587350" y="2746800"/>
                <a:ext cx="593700" cy="137100"/>
                <a:chOff x="8290500" y="4746600"/>
                <a:chExt cx="593700" cy="137100"/>
              </a:xfrm>
            </p:grpSpPr>
            <p:sp>
              <p:nvSpPr>
                <p:cNvPr id="242" name="Google Shape;242;p19"/>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43" name="Google Shape;243;p19"/>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44" name="Google Shape;244;p19"/>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45" name="Google Shape;245;p19"/>
              <p:cNvGrpSpPr/>
              <p:nvPr/>
            </p:nvGrpSpPr>
            <p:grpSpPr>
              <a:xfrm rot="5400000">
                <a:off x="2786875" y="-37350"/>
                <a:ext cx="138900" cy="594300"/>
                <a:chOff x="259800" y="2501375"/>
                <a:chExt cx="138900" cy="594300"/>
              </a:xfrm>
            </p:grpSpPr>
            <p:sp>
              <p:nvSpPr>
                <p:cNvPr id="246" name="Google Shape;246;p19"/>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47" name="Google Shape;247;p19"/>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48" name="Google Shape;248;p19"/>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nvGrpSpPr>
            <p:cNvPr id="249" name="Google Shape;249;p19"/>
            <p:cNvGrpSpPr/>
            <p:nvPr/>
          </p:nvGrpSpPr>
          <p:grpSpPr>
            <a:xfrm>
              <a:off x="-620004" y="4241023"/>
              <a:ext cx="1728600" cy="1808590"/>
              <a:chOff x="-620004" y="4241023"/>
              <a:chExt cx="1728600" cy="1808590"/>
            </a:xfrm>
          </p:grpSpPr>
          <p:sp>
            <p:nvSpPr>
              <p:cNvPr id="250" name="Google Shape;250;p19"/>
              <p:cNvSpPr/>
              <p:nvPr/>
            </p:nvSpPr>
            <p:spPr>
              <a:xfrm>
                <a:off x="-620004" y="4321913"/>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51" name="Google Shape;251;p19"/>
              <p:cNvSpPr/>
              <p:nvPr/>
            </p:nvSpPr>
            <p:spPr>
              <a:xfrm rot="-7425">
                <a:off x="174844" y="4241173"/>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1">
    <p:spTree>
      <p:nvGrpSpPr>
        <p:cNvPr id="252" name="Shape 252"/>
        <p:cNvGrpSpPr/>
        <p:nvPr/>
      </p:nvGrpSpPr>
      <p:grpSpPr>
        <a:xfrm>
          <a:off x="0" y="0"/>
          <a:ext cx="0" cy="0"/>
          <a:chOff x="0" y="0"/>
          <a:chExt cx="0" cy="0"/>
        </a:xfrm>
      </p:grpSpPr>
      <p:sp>
        <p:nvSpPr>
          <p:cNvPr id="253" name="Google Shape;253;p20"/>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254" name="Google Shape;254;p20"/>
          <p:cNvSpPr txBox="1"/>
          <p:nvPr>
            <p:ph type="title"/>
          </p:nvPr>
        </p:nvSpPr>
        <p:spPr>
          <a:xfrm>
            <a:off x="889475" y="1111485"/>
            <a:ext cx="4337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5" name="Google Shape;255;p20"/>
          <p:cNvSpPr txBox="1"/>
          <p:nvPr>
            <p:ph idx="1" type="subTitle"/>
          </p:nvPr>
        </p:nvSpPr>
        <p:spPr>
          <a:xfrm>
            <a:off x="889475" y="1833162"/>
            <a:ext cx="4337100" cy="1119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56" name="Google Shape;256;p20"/>
          <p:cNvGrpSpPr/>
          <p:nvPr/>
        </p:nvGrpSpPr>
        <p:grpSpPr>
          <a:xfrm>
            <a:off x="-878501" y="-990811"/>
            <a:ext cx="10992058" cy="7299775"/>
            <a:chOff x="-878501" y="-990811"/>
            <a:chExt cx="10992058" cy="7299775"/>
          </a:xfrm>
        </p:grpSpPr>
        <p:grpSp>
          <p:nvGrpSpPr>
            <p:cNvPr id="257" name="Google Shape;257;p20"/>
            <p:cNvGrpSpPr/>
            <p:nvPr/>
          </p:nvGrpSpPr>
          <p:grpSpPr>
            <a:xfrm>
              <a:off x="190350" y="-990811"/>
              <a:ext cx="9923207" cy="5943061"/>
              <a:chOff x="190350" y="-990811"/>
              <a:chExt cx="9923207" cy="5943061"/>
            </a:xfrm>
          </p:grpSpPr>
          <p:grpSp>
            <p:nvGrpSpPr>
              <p:cNvPr id="258" name="Google Shape;258;p20"/>
              <p:cNvGrpSpPr/>
              <p:nvPr/>
            </p:nvGrpSpPr>
            <p:grpSpPr>
              <a:xfrm>
                <a:off x="190350" y="2501375"/>
                <a:ext cx="8084250" cy="2450875"/>
                <a:chOff x="190350" y="2501375"/>
                <a:chExt cx="8084250" cy="2450875"/>
              </a:xfrm>
            </p:grpSpPr>
            <p:grpSp>
              <p:nvGrpSpPr>
                <p:cNvPr id="259" name="Google Shape;259;p20"/>
                <p:cNvGrpSpPr/>
                <p:nvPr/>
              </p:nvGrpSpPr>
              <p:grpSpPr>
                <a:xfrm>
                  <a:off x="7680900" y="4815150"/>
                  <a:ext cx="593700" cy="137100"/>
                  <a:chOff x="8290500" y="4746600"/>
                  <a:chExt cx="593700" cy="137100"/>
                </a:xfrm>
              </p:grpSpPr>
              <p:sp>
                <p:nvSpPr>
                  <p:cNvPr id="260" name="Google Shape;260;p20"/>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1" name="Google Shape;261;p20"/>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2" name="Google Shape;262;p20"/>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63" name="Google Shape;263;p20"/>
                <p:cNvGrpSpPr/>
                <p:nvPr/>
              </p:nvGrpSpPr>
              <p:grpSpPr>
                <a:xfrm>
                  <a:off x="190350" y="2501375"/>
                  <a:ext cx="138900" cy="594300"/>
                  <a:chOff x="259800" y="2501375"/>
                  <a:chExt cx="138900" cy="594300"/>
                </a:xfrm>
              </p:grpSpPr>
              <p:sp>
                <p:nvSpPr>
                  <p:cNvPr id="264" name="Google Shape;264;p20"/>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5" name="Google Shape;265;p20"/>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6" name="Google Shape;266;p20"/>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nvGrpSpPr>
              <p:cNvPr id="267" name="Google Shape;267;p20"/>
              <p:cNvGrpSpPr/>
              <p:nvPr/>
            </p:nvGrpSpPr>
            <p:grpSpPr>
              <a:xfrm rot="-824666">
                <a:off x="8144211" y="-802963"/>
                <a:ext cx="1789611" cy="1728662"/>
                <a:chOff x="7777000" y="-567252"/>
                <a:chExt cx="1789547" cy="1728600"/>
              </a:xfrm>
            </p:grpSpPr>
            <p:sp>
              <p:nvSpPr>
                <p:cNvPr id="268" name="Google Shape;268;p20"/>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9" name="Google Shape;269;p20"/>
                <p:cNvSpPr/>
                <p:nvPr/>
              </p:nvSpPr>
              <p:spPr>
                <a:xfrm>
                  <a:off x="7777000" y="227601"/>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nvGrpSpPr>
            <p:cNvPr id="270" name="Google Shape;270;p20"/>
            <p:cNvGrpSpPr/>
            <p:nvPr/>
          </p:nvGrpSpPr>
          <p:grpSpPr>
            <a:xfrm>
              <a:off x="-878501" y="4062564"/>
              <a:ext cx="2245800" cy="2246400"/>
              <a:chOff x="-878501" y="4062564"/>
              <a:chExt cx="2245800" cy="2246400"/>
            </a:xfrm>
          </p:grpSpPr>
          <p:sp>
            <p:nvSpPr>
              <p:cNvPr id="271" name="Google Shape;271;p20"/>
              <p:cNvSpPr/>
              <p:nvPr/>
            </p:nvSpPr>
            <p:spPr>
              <a:xfrm rot="4093245">
                <a:off x="-619948" y="4321891"/>
                <a:ext cx="1728694" cy="1727747"/>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72" name="Google Shape;272;p20"/>
              <p:cNvSpPr/>
              <p:nvPr/>
            </p:nvSpPr>
            <p:spPr>
              <a:xfrm rot="-7425">
                <a:off x="987719" y="4813498"/>
                <a:ext cx="138900" cy="138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2">
    <p:spTree>
      <p:nvGrpSpPr>
        <p:cNvPr id="273" name="Shape 273"/>
        <p:cNvGrpSpPr/>
        <p:nvPr/>
      </p:nvGrpSpPr>
      <p:grpSpPr>
        <a:xfrm>
          <a:off x="0" y="0"/>
          <a:ext cx="0" cy="0"/>
          <a:chOff x="0" y="0"/>
          <a:chExt cx="0" cy="0"/>
        </a:xfrm>
      </p:grpSpPr>
      <p:sp>
        <p:nvSpPr>
          <p:cNvPr id="274" name="Google Shape;274;p21"/>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275" name="Google Shape;275;p21"/>
          <p:cNvSpPr txBox="1"/>
          <p:nvPr>
            <p:ph type="title"/>
          </p:nvPr>
        </p:nvSpPr>
        <p:spPr>
          <a:xfrm>
            <a:off x="1769850" y="1810725"/>
            <a:ext cx="5604300" cy="1764600"/>
          </a:xfrm>
          <a:prstGeom prst="rect">
            <a:avLst/>
          </a:prstGeom>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lgn="ctr">
              <a:spcBef>
                <a:spcPts val="0"/>
              </a:spcBef>
              <a:spcAft>
                <a:spcPts val="0"/>
              </a:spcAft>
              <a:buSzPts val="3500"/>
              <a:buFont typeface="Poppins SemiBold"/>
              <a:buNone/>
              <a:defRPr b="0" sz="2500">
                <a:latin typeface="Poppins SemiBold"/>
                <a:ea typeface="Poppins SemiBold"/>
                <a:cs typeface="Poppins SemiBold"/>
                <a:sym typeface="Poppins SemiBold"/>
              </a:defRPr>
            </a:lvl1pPr>
            <a:lvl2pPr lvl="1" rtl="0" algn="ctr">
              <a:spcBef>
                <a:spcPts val="0"/>
              </a:spcBef>
              <a:spcAft>
                <a:spcPts val="0"/>
              </a:spcAft>
              <a:buSzPts val="3500"/>
              <a:buFont typeface="Poppins SemiBold"/>
              <a:buNone/>
              <a:defRPr b="0">
                <a:latin typeface="Poppins SemiBold"/>
                <a:ea typeface="Poppins SemiBold"/>
                <a:cs typeface="Poppins SemiBold"/>
                <a:sym typeface="Poppins SemiBold"/>
              </a:defRPr>
            </a:lvl2pPr>
            <a:lvl3pPr lvl="2" rtl="0" algn="ctr">
              <a:spcBef>
                <a:spcPts val="0"/>
              </a:spcBef>
              <a:spcAft>
                <a:spcPts val="0"/>
              </a:spcAft>
              <a:buSzPts val="3500"/>
              <a:buFont typeface="Poppins SemiBold"/>
              <a:buNone/>
              <a:defRPr b="0">
                <a:latin typeface="Poppins SemiBold"/>
                <a:ea typeface="Poppins SemiBold"/>
                <a:cs typeface="Poppins SemiBold"/>
                <a:sym typeface="Poppins SemiBold"/>
              </a:defRPr>
            </a:lvl3pPr>
            <a:lvl4pPr lvl="3" rtl="0" algn="ctr">
              <a:spcBef>
                <a:spcPts val="0"/>
              </a:spcBef>
              <a:spcAft>
                <a:spcPts val="0"/>
              </a:spcAft>
              <a:buSzPts val="3500"/>
              <a:buFont typeface="Poppins SemiBold"/>
              <a:buNone/>
              <a:defRPr b="0">
                <a:latin typeface="Poppins SemiBold"/>
                <a:ea typeface="Poppins SemiBold"/>
                <a:cs typeface="Poppins SemiBold"/>
                <a:sym typeface="Poppins SemiBold"/>
              </a:defRPr>
            </a:lvl4pPr>
            <a:lvl5pPr lvl="4" rtl="0" algn="ctr">
              <a:spcBef>
                <a:spcPts val="0"/>
              </a:spcBef>
              <a:spcAft>
                <a:spcPts val="0"/>
              </a:spcAft>
              <a:buSzPts val="3500"/>
              <a:buFont typeface="Poppins SemiBold"/>
              <a:buNone/>
              <a:defRPr b="0">
                <a:latin typeface="Poppins SemiBold"/>
                <a:ea typeface="Poppins SemiBold"/>
                <a:cs typeface="Poppins SemiBold"/>
                <a:sym typeface="Poppins SemiBold"/>
              </a:defRPr>
            </a:lvl5pPr>
            <a:lvl6pPr lvl="5" rtl="0" algn="ctr">
              <a:spcBef>
                <a:spcPts val="0"/>
              </a:spcBef>
              <a:spcAft>
                <a:spcPts val="0"/>
              </a:spcAft>
              <a:buSzPts val="3500"/>
              <a:buFont typeface="Poppins SemiBold"/>
              <a:buNone/>
              <a:defRPr b="0">
                <a:latin typeface="Poppins SemiBold"/>
                <a:ea typeface="Poppins SemiBold"/>
                <a:cs typeface="Poppins SemiBold"/>
                <a:sym typeface="Poppins SemiBold"/>
              </a:defRPr>
            </a:lvl6pPr>
            <a:lvl7pPr lvl="6" rtl="0" algn="ctr">
              <a:spcBef>
                <a:spcPts val="0"/>
              </a:spcBef>
              <a:spcAft>
                <a:spcPts val="0"/>
              </a:spcAft>
              <a:buSzPts val="3500"/>
              <a:buFont typeface="Poppins SemiBold"/>
              <a:buNone/>
              <a:defRPr b="0">
                <a:latin typeface="Poppins SemiBold"/>
                <a:ea typeface="Poppins SemiBold"/>
                <a:cs typeface="Poppins SemiBold"/>
                <a:sym typeface="Poppins SemiBold"/>
              </a:defRPr>
            </a:lvl7pPr>
            <a:lvl8pPr lvl="7" rtl="0" algn="ctr">
              <a:spcBef>
                <a:spcPts val="0"/>
              </a:spcBef>
              <a:spcAft>
                <a:spcPts val="0"/>
              </a:spcAft>
              <a:buSzPts val="3500"/>
              <a:buFont typeface="Poppins SemiBold"/>
              <a:buNone/>
              <a:defRPr b="0">
                <a:latin typeface="Poppins SemiBold"/>
                <a:ea typeface="Poppins SemiBold"/>
                <a:cs typeface="Poppins SemiBold"/>
                <a:sym typeface="Poppins SemiBold"/>
              </a:defRPr>
            </a:lvl8pPr>
            <a:lvl9pPr lvl="8" rtl="0" algn="ctr">
              <a:spcBef>
                <a:spcPts val="0"/>
              </a:spcBef>
              <a:spcAft>
                <a:spcPts val="0"/>
              </a:spcAft>
              <a:buSzPts val="3500"/>
              <a:buFont typeface="Poppins SemiBold"/>
              <a:buNone/>
              <a:defRPr b="0">
                <a:latin typeface="Poppins SemiBold"/>
                <a:ea typeface="Poppins SemiBold"/>
                <a:cs typeface="Poppins SemiBold"/>
                <a:sym typeface="Poppins SemiBold"/>
              </a:defRPr>
            </a:lvl9pPr>
          </a:lstStyle>
          <a:p/>
        </p:txBody>
      </p:sp>
      <p:grpSp>
        <p:nvGrpSpPr>
          <p:cNvPr id="276" name="Google Shape;276;p21"/>
          <p:cNvGrpSpPr/>
          <p:nvPr/>
        </p:nvGrpSpPr>
        <p:grpSpPr>
          <a:xfrm>
            <a:off x="-604491" y="-496839"/>
            <a:ext cx="10396060" cy="6576412"/>
            <a:chOff x="-604491" y="-496839"/>
            <a:chExt cx="10396060" cy="6576412"/>
          </a:xfrm>
        </p:grpSpPr>
        <p:grpSp>
          <p:nvGrpSpPr>
            <p:cNvPr id="277" name="Google Shape;277;p21"/>
            <p:cNvGrpSpPr/>
            <p:nvPr/>
          </p:nvGrpSpPr>
          <p:grpSpPr>
            <a:xfrm>
              <a:off x="190350" y="191250"/>
              <a:ext cx="7295250" cy="2920850"/>
              <a:chOff x="190350" y="191250"/>
              <a:chExt cx="7295250" cy="2920850"/>
            </a:xfrm>
          </p:grpSpPr>
          <p:grpSp>
            <p:nvGrpSpPr>
              <p:cNvPr id="278" name="Google Shape;278;p21"/>
              <p:cNvGrpSpPr/>
              <p:nvPr/>
            </p:nvGrpSpPr>
            <p:grpSpPr>
              <a:xfrm>
                <a:off x="190350" y="2517800"/>
                <a:ext cx="138900" cy="594300"/>
                <a:chOff x="259800" y="2501375"/>
                <a:chExt cx="138900" cy="594300"/>
              </a:xfrm>
            </p:grpSpPr>
            <p:sp>
              <p:nvSpPr>
                <p:cNvPr id="279" name="Google Shape;279;p21"/>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80" name="Google Shape;280;p21"/>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81" name="Google Shape;281;p21"/>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282" name="Google Shape;282;p21"/>
              <p:cNvGrpSpPr/>
              <p:nvPr/>
            </p:nvGrpSpPr>
            <p:grpSpPr>
              <a:xfrm>
                <a:off x="6891900" y="191250"/>
                <a:ext cx="593700" cy="137100"/>
                <a:chOff x="8290500" y="4746600"/>
                <a:chExt cx="593700" cy="137100"/>
              </a:xfrm>
            </p:grpSpPr>
            <p:sp>
              <p:nvSpPr>
                <p:cNvPr id="283" name="Google Shape;283;p21"/>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84" name="Google Shape;284;p21"/>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85" name="Google Shape;285;p21"/>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
          <p:nvSpPr>
            <p:cNvPr id="286" name="Google Shape;286;p21"/>
            <p:cNvSpPr/>
            <p:nvPr/>
          </p:nvSpPr>
          <p:spPr>
            <a:xfrm rot="10800000">
              <a:off x="-604491" y="-496839"/>
              <a:ext cx="1728600" cy="1727400"/>
            </a:xfrm>
            <a:prstGeom prst="arc">
              <a:avLst>
                <a:gd fmla="val 20606760"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287" name="Google Shape;287;p21"/>
            <p:cNvGrpSpPr/>
            <p:nvPr/>
          </p:nvGrpSpPr>
          <p:grpSpPr>
            <a:xfrm rot="7200044">
              <a:off x="7720263" y="3988947"/>
              <a:ext cx="1728562" cy="1789510"/>
              <a:chOff x="-433476" y="-754650"/>
              <a:chExt cx="1728600" cy="1789549"/>
            </a:xfrm>
          </p:grpSpPr>
          <p:sp>
            <p:nvSpPr>
              <p:cNvPr id="288" name="Google Shape;288;p21"/>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89" name="Google Shape;289;p21"/>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90" name="Shape 290"/>
        <p:cNvGrpSpPr/>
        <p:nvPr/>
      </p:nvGrpSpPr>
      <p:grpSpPr>
        <a:xfrm>
          <a:off x="0" y="0"/>
          <a:ext cx="0" cy="0"/>
          <a:chOff x="0" y="0"/>
          <a:chExt cx="0" cy="0"/>
        </a:xfrm>
      </p:grpSpPr>
      <p:sp>
        <p:nvSpPr>
          <p:cNvPr id="291" name="Google Shape;291;p22"/>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292" name="Google Shape;292;p22"/>
          <p:cNvSpPr txBox="1"/>
          <p:nvPr>
            <p:ph type="title"/>
          </p:nvPr>
        </p:nvSpPr>
        <p:spPr>
          <a:xfrm>
            <a:off x="2262875" y="717850"/>
            <a:ext cx="4618200" cy="958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3" name="Google Shape;293;p22"/>
          <p:cNvSpPr txBox="1"/>
          <p:nvPr>
            <p:ph idx="1" type="subTitle"/>
          </p:nvPr>
        </p:nvSpPr>
        <p:spPr>
          <a:xfrm>
            <a:off x="2262826" y="1598974"/>
            <a:ext cx="46182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94" name="Google Shape;294;p22"/>
          <p:cNvGrpSpPr/>
          <p:nvPr/>
        </p:nvGrpSpPr>
        <p:grpSpPr>
          <a:xfrm>
            <a:off x="-599551" y="-981734"/>
            <a:ext cx="10520569" cy="6804543"/>
            <a:chOff x="-599551" y="-981734"/>
            <a:chExt cx="10520569" cy="6804543"/>
          </a:xfrm>
        </p:grpSpPr>
        <p:grpSp>
          <p:nvGrpSpPr>
            <p:cNvPr id="295" name="Google Shape;295;p22"/>
            <p:cNvGrpSpPr/>
            <p:nvPr/>
          </p:nvGrpSpPr>
          <p:grpSpPr>
            <a:xfrm>
              <a:off x="2559175" y="190350"/>
              <a:ext cx="6393575" cy="2921850"/>
              <a:chOff x="2559175" y="190350"/>
              <a:chExt cx="6393575" cy="2921850"/>
            </a:xfrm>
          </p:grpSpPr>
          <p:grpSp>
            <p:nvGrpSpPr>
              <p:cNvPr id="296" name="Google Shape;296;p22"/>
              <p:cNvGrpSpPr/>
              <p:nvPr/>
            </p:nvGrpSpPr>
            <p:grpSpPr>
              <a:xfrm rot="-5400000">
                <a:off x="8587350" y="2746800"/>
                <a:ext cx="593700" cy="137100"/>
                <a:chOff x="8290500" y="4746600"/>
                <a:chExt cx="593700" cy="137100"/>
              </a:xfrm>
            </p:grpSpPr>
            <p:sp>
              <p:nvSpPr>
                <p:cNvPr id="297" name="Google Shape;297;p22"/>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98" name="Google Shape;298;p22"/>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99" name="Google Shape;299;p22"/>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300" name="Google Shape;300;p22"/>
              <p:cNvGrpSpPr/>
              <p:nvPr/>
            </p:nvGrpSpPr>
            <p:grpSpPr>
              <a:xfrm rot="5400000">
                <a:off x="2786875" y="-37350"/>
                <a:ext cx="138900" cy="594300"/>
                <a:chOff x="259800" y="2501375"/>
                <a:chExt cx="138900" cy="594300"/>
              </a:xfrm>
            </p:grpSpPr>
            <p:sp>
              <p:nvSpPr>
                <p:cNvPr id="301" name="Google Shape;301;p22"/>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02" name="Google Shape;302;p22"/>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03" name="Google Shape;303;p22"/>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nvGrpSpPr>
            <p:cNvPr id="304" name="Google Shape;304;p22"/>
            <p:cNvGrpSpPr/>
            <p:nvPr/>
          </p:nvGrpSpPr>
          <p:grpSpPr>
            <a:xfrm>
              <a:off x="-599551" y="-981734"/>
              <a:ext cx="10520569" cy="6804543"/>
              <a:chOff x="-599551" y="-981734"/>
              <a:chExt cx="10520569" cy="6804543"/>
            </a:xfrm>
          </p:grpSpPr>
          <p:grpSp>
            <p:nvGrpSpPr>
              <p:cNvPr id="305" name="Google Shape;305;p22"/>
              <p:cNvGrpSpPr/>
              <p:nvPr/>
            </p:nvGrpSpPr>
            <p:grpSpPr>
              <a:xfrm rot="-6299960">
                <a:off x="-375881" y="3861665"/>
                <a:ext cx="1728548" cy="1789496"/>
                <a:chOff x="-433476" y="-754650"/>
                <a:chExt cx="1728600" cy="1789549"/>
              </a:xfrm>
            </p:grpSpPr>
            <p:sp>
              <p:nvSpPr>
                <p:cNvPr id="306" name="Google Shape;306;p22"/>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07" name="Google Shape;307;p22"/>
                <p:cNvSpPr/>
                <p:nvPr/>
              </p:nvSpPr>
              <p:spPr>
                <a:xfrm>
                  <a:off x="361376" y="895999"/>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308" name="Google Shape;308;p22"/>
              <p:cNvGrpSpPr/>
              <p:nvPr/>
            </p:nvGrpSpPr>
            <p:grpSpPr>
              <a:xfrm rot="-2700000">
                <a:off x="7782413" y="-602185"/>
                <a:ext cx="1789529" cy="1728583"/>
                <a:chOff x="7777000" y="-567252"/>
                <a:chExt cx="1789547" cy="1728600"/>
              </a:xfrm>
            </p:grpSpPr>
            <p:sp>
              <p:nvSpPr>
                <p:cNvPr id="309" name="Google Shape;309;p22"/>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10" name="Google Shape;310;p22"/>
                <p:cNvSpPr/>
                <p:nvPr/>
              </p:nvSpPr>
              <p:spPr>
                <a:xfrm>
                  <a:off x="7777000" y="227601"/>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sp>
        <p:nvSpPr>
          <p:cNvPr id="311" name="Google Shape;311;p22"/>
          <p:cNvSpPr txBox="1"/>
          <p:nvPr/>
        </p:nvSpPr>
        <p:spPr>
          <a:xfrm>
            <a:off x="1837150" y="3355150"/>
            <a:ext cx="5469600" cy="7176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Poppins"/>
                <a:ea typeface="Poppins"/>
                <a:cs typeface="Poppins"/>
                <a:sym typeface="Poppins"/>
              </a:rPr>
              <a:t>CREDITS:</a:t>
            </a:r>
            <a:r>
              <a:rPr lang="en" sz="1200">
                <a:solidFill>
                  <a:schemeClr val="dk1"/>
                </a:solidFill>
                <a:latin typeface="Poppins"/>
                <a:ea typeface="Poppins"/>
                <a:cs typeface="Poppins"/>
                <a:sym typeface="Poppins"/>
              </a:rPr>
              <a:t> This presentation template was created by </a:t>
            </a:r>
            <a:r>
              <a:rPr b="1" lang="en" sz="1200" u="sng">
                <a:solidFill>
                  <a:schemeClr val="dk1"/>
                </a:solidFill>
                <a:latin typeface="Poppins"/>
                <a:ea typeface="Poppins"/>
                <a:cs typeface="Poppins"/>
                <a:sym typeface="Poppins"/>
                <a:hlinkClick r:id="rId2">
                  <a:extLst>
                    <a:ext uri="{A12FA001-AC4F-418D-AE19-62706E023703}">
                      <ahyp:hlinkClr val="tx"/>
                    </a:ext>
                  </a:extLst>
                </a:hlinkClick>
              </a:rPr>
              <a:t>Slidesgo</a:t>
            </a:r>
            <a:r>
              <a:rPr lang="en" sz="1200">
                <a:solidFill>
                  <a:schemeClr val="dk1"/>
                </a:solidFill>
                <a:latin typeface="Poppins"/>
                <a:ea typeface="Poppins"/>
                <a:cs typeface="Poppins"/>
                <a:sym typeface="Poppins"/>
              </a:rPr>
              <a:t>, and includes icons by </a:t>
            </a:r>
            <a:r>
              <a:rPr b="1" lang="en" sz="1200" u="sng">
                <a:solidFill>
                  <a:schemeClr val="dk1"/>
                </a:solidFill>
                <a:latin typeface="Poppins"/>
                <a:ea typeface="Poppins"/>
                <a:cs typeface="Poppins"/>
                <a:sym typeface="Poppins"/>
                <a:hlinkClick r:id="rId3">
                  <a:extLst>
                    <a:ext uri="{A12FA001-AC4F-418D-AE19-62706E023703}">
                      <ahyp:hlinkClr val="tx"/>
                    </a:ext>
                  </a:extLst>
                </a:hlinkClick>
              </a:rPr>
              <a:t>Flaticon</a:t>
            </a:r>
            <a:r>
              <a:rPr lang="en" sz="1200">
                <a:solidFill>
                  <a:schemeClr val="dk1"/>
                </a:solidFill>
                <a:latin typeface="Poppins"/>
                <a:ea typeface="Poppins"/>
                <a:cs typeface="Poppins"/>
                <a:sym typeface="Poppins"/>
              </a:rPr>
              <a:t>, and infographics &amp; images by </a:t>
            </a:r>
            <a:r>
              <a:rPr b="1" lang="en" sz="1200" u="sng">
                <a:solidFill>
                  <a:schemeClr val="dk1"/>
                </a:solidFill>
                <a:latin typeface="Poppins"/>
                <a:ea typeface="Poppins"/>
                <a:cs typeface="Poppins"/>
                <a:sym typeface="Poppins"/>
                <a:hlinkClick r:id="rId4">
                  <a:extLst>
                    <a:ext uri="{A12FA001-AC4F-418D-AE19-62706E023703}">
                      <ahyp:hlinkClr val="tx"/>
                    </a:ext>
                  </a:extLst>
                </a:hlinkClick>
              </a:rPr>
              <a:t>Freepik</a:t>
            </a:r>
            <a:r>
              <a:rPr lang="en" sz="1200" u="sng">
                <a:solidFill>
                  <a:schemeClr val="dk1"/>
                </a:solidFill>
                <a:latin typeface="Poppins"/>
                <a:ea typeface="Poppins"/>
                <a:cs typeface="Poppins"/>
                <a:sym typeface="Poppins"/>
              </a:rPr>
              <a:t> </a:t>
            </a:r>
            <a:r>
              <a:rPr lang="en" sz="1200">
                <a:solidFill>
                  <a:schemeClr val="dk1"/>
                </a:solidFill>
                <a:latin typeface="Poppins"/>
                <a:ea typeface="Poppins"/>
                <a:cs typeface="Poppins"/>
                <a:sym typeface="Poppins"/>
              </a:rPr>
              <a:t>and content by </a:t>
            </a:r>
            <a:r>
              <a:rPr b="1" lang="en" sz="1200">
                <a:solidFill>
                  <a:schemeClr val="dk1"/>
                </a:solidFill>
                <a:latin typeface="Poppins"/>
                <a:ea typeface="Poppins"/>
                <a:cs typeface="Poppins"/>
                <a:sym typeface="Poppins"/>
              </a:rPr>
              <a:t>Swetha Tandri</a:t>
            </a:r>
            <a:endParaRPr b="1" sz="1200">
              <a:solidFill>
                <a:schemeClr val="dk1"/>
              </a:solidFill>
              <a:latin typeface="Poppins"/>
              <a:ea typeface="Poppins"/>
              <a:cs typeface="Poppins"/>
              <a:sym typeface="Poppi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12" name="Shape 312"/>
        <p:cNvGrpSpPr/>
        <p:nvPr/>
      </p:nvGrpSpPr>
      <p:grpSpPr>
        <a:xfrm>
          <a:off x="0" y="0"/>
          <a:ext cx="0" cy="0"/>
          <a:chOff x="0" y="0"/>
          <a:chExt cx="0" cy="0"/>
        </a:xfrm>
      </p:grpSpPr>
      <p:sp>
        <p:nvSpPr>
          <p:cNvPr id="313" name="Google Shape;313;p23"/>
          <p:cNvSpPr/>
          <p:nvPr/>
        </p:nvSpPr>
        <p:spPr>
          <a:xfrm>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314" name="Google Shape;314;p23"/>
          <p:cNvGrpSpPr/>
          <p:nvPr/>
        </p:nvGrpSpPr>
        <p:grpSpPr>
          <a:xfrm>
            <a:off x="-604491" y="-496839"/>
            <a:ext cx="10396060" cy="6576412"/>
            <a:chOff x="-604491" y="-496839"/>
            <a:chExt cx="10396060" cy="6576412"/>
          </a:xfrm>
        </p:grpSpPr>
        <p:grpSp>
          <p:nvGrpSpPr>
            <p:cNvPr id="315" name="Google Shape;315;p23"/>
            <p:cNvGrpSpPr/>
            <p:nvPr/>
          </p:nvGrpSpPr>
          <p:grpSpPr>
            <a:xfrm>
              <a:off x="190350" y="191250"/>
              <a:ext cx="7295250" cy="2920850"/>
              <a:chOff x="190350" y="191250"/>
              <a:chExt cx="7295250" cy="2920850"/>
            </a:xfrm>
          </p:grpSpPr>
          <p:grpSp>
            <p:nvGrpSpPr>
              <p:cNvPr id="316" name="Google Shape;316;p23"/>
              <p:cNvGrpSpPr/>
              <p:nvPr/>
            </p:nvGrpSpPr>
            <p:grpSpPr>
              <a:xfrm>
                <a:off x="190350" y="2517800"/>
                <a:ext cx="138900" cy="594300"/>
                <a:chOff x="259800" y="2501375"/>
                <a:chExt cx="138900" cy="594300"/>
              </a:xfrm>
            </p:grpSpPr>
            <p:sp>
              <p:nvSpPr>
                <p:cNvPr id="317" name="Google Shape;317;p23"/>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18" name="Google Shape;318;p23"/>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19" name="Google Shape;319;p23"/>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320" name="Google Shape;320;p23"/>
              <p:cNvGrpSpPr/>
              <p:nvPr/>
            </p:nvGrpSpPr>
            <p:grpSpPr>
              <a:xfrm>
                <a:off x="6891900" y="191250"/>
                <a:ext cx="593700" cy="137100"/>
                <a:chOff x="8290500" y="4746600"/>
                <a:chExt cx="593700" cy="137100"/>
              </a:xfrm>
            </p:grpSpPr>
            <p:sp>
              <p:nvSpPr>
                <p:cNvPr id="321" name="Google Shape;321;p23"/>
                <p:cNvSpPr/>
                <p:nvPr/>
              </p:nvSpPr>
              <p:spPr>
                <a:xfrm>
                  <a:off x="8290500" y="4746600"/>
                  <a:ext cx="138900" cy="137100"/>
                </a:xfrm>
                <a:prstGeom prst="star4">
                  <a:avLst>
                    <a:gd fmla="val 3025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22" name="Google Shape;322;p23"/>
                <p:cNvSpPr/>
                <p:nvPr/>
              </p:nvSpPr>
              <p:spPr>
                <a:xfrm>
                  <a:off x="8517900" y="4746600"/>
                  <a:ext cx="138900" cy="137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23" name="Google Shape;323;p23"/>
                <p:cNvSpPr/>
                <p:nvPr/>
              </p:nvSpPr>
              <p:spPr>
                <a:xfrm>
                  <a:off x="8745300" y="4746600"/>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nvGrpSpPr>
            <p:cNvPr id="324" name="Google Shape;324;p23"/>
            <p:cNvGrpSpPr/>
            <p:nvPr/>
          </p:nvGrpSpPr>
          <p:grpSpPr>
            <a:xfrm>
              <a:off x="-604491" y="-496839"/>
              <a:ext cx="10396060" cy="6576412"/>
              <a:chOff x="-604491" y="-496839"/>
              <a:chExt cx="10396060" cy="6576412"/>
            </a:xfrm>
          </p:grpSpPr>
          <p:sp>
            <p:nvSpPr>
              <p:cNvPr id="325" name="Google Shape;325;p23"/>
              <p:cNvSpPr/>
              <p:nvPr/>
            </p:nvSpPr>
            <p:spPr>
              <a:xfrm rot="10800000">
                <a:off x="-604491" y="-496839"/>
                <a:ext cx="1728600" cy="1727400"/>
              </a:xfrm>
              <a:prstGeom prst="arc">
                <a:avLst>
                  <a:gd fmla="val 20606760"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326" name="Google Shape;326;p23"/>
              <p:cNvGrpSpPr/>
              <p:nvPr/>
            </p:nvGrpSpPr>
            <p:grpSpPr>
              <a:xfrm rot="7200044">
                <a:off x="7720263" y="3988947"/>
                <a:ext cx="1728562" cy="1789510"/>
                <a:chOff x="-433476" y="-754650"/>
                <a:chExt cx="1728600" cy="1789549"/>
              </a:xfrm>
            </p:grpSpPr>
            <p:sp>
              <p:nvSpPr>
                <p:cNvPr id="327" name="Google Shape;327;p23"/>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28" name="Google Shape;328;p23"/>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29" name="Shape 329"/>
        <p:cNvGrpSpPr/>
        <p:nvPr/>
      </p:nvGrpSpPr>
      <p:grpSpPr>
        <a:xfrm>
          <a:off x="0" y="0"/>
          <a:ext cx="0" cy="0"/>
          <a:chOff x="0" y="0"/>
          <a:chExt cx="0" cy="0"/>
        </a:xfrm>
      </p:grpSpPr>
      <p:sp>
        <p:nvSpPr>
          <p:cNvPr id="330" name="Google Shape;330;p24"/>
          <p:cNvSpPr/>
          <p:nvPr/>
        </p:nvSpPr>
        <p:spPr>
          <a:xfrm flipH="1">
            <a:off x="259800" y="259800"/>
            <a:ext cx="8624400" cy="4623900"/>
          </a:xfrm>
          <a:prstGeom prst="snip2DiagRect">
            <a:avLst>
              <a:gd fmla="val 0" name="adj1"/>
              <a:gd fmla="val 5571"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nvGrpSpPr>
          <p:cNvPr id="331" name="Google Shape;331;p24"/>
          <p:cNvGrpSpPr/>
          <p:nvPr/>
        </p:nvGrpSpPr>
        <p:grpSpPr>
          <a:xfrm>
            <a:off x="-1054156" y="-656378"/>
            <a:ext cx="11095380" cy="6591992"/>
            <a:chOff x="-1054156" y="-656378"/>
            <a:chExt cx="11095380" cy="6591992"/>
          </a:xfrm>
        </p:grpSpPr>
        <p:grpSp>
          <p:nvGrpSpPr>
            <p:cNvPr id="332" name="Google Shape;332;p24"/>
            <p:cNvGrpSpPr/>
            <p:nvPr/>
          </p:nvGrpSpPr>
          <p:grpSpPr>
            <a:xfrm rot="-5400000">
              <a:off x="4056875" y="4581625"/>
              <a:ext cx="138900" cy="594300"/>
              <a:chOff x="259800" y="2501375"/>
              <a:chExt cx="138900" cy="594300"/>
            </a:xfrm>
          </p:grpSpPr>
          <p:sp>
            <p:nvSpPr>
              <p:cNvPr id="333" name="Google Shape;333;p24"/>
              <p:cNvSpPr/>
              <p:nvPr/>
            </p:nvSpPr>
            <p:spPr>
              <a:xfrm>
                <a:off x="259800" y="2501375"/>
                <a:ext cx="138900" cy="137100"/>
              </a:xfrm>
              <a:prstGeom prst="star4">
                <a:avLst>
                  <a:gd fmla="val 30252"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34" name="Google Shape;334;p24"/>
              <p:cNvSpPr/>
              <p:nvPr/>
            </p:nvSpPr>
            <p:spPr>
              <a:xfrm>
                <a:off x="259800" y="2729975"/>
                <a:ext cx="138900" cy="137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35" name="Google Shape;335;p24"/>
              <p:cNvSpPr/>
              <p:nvPr/>
            </p:nvSpPr>
            <p:spPr>
              <a:xfrm>
                <a:off x="259800" y="2958575"/>
                <a:ext cx="138900" cy="137100"/>
              </a:xfrm>
              <a:prstGeom prst="star4">
                <a:avLst>
                  <a:gd fmla="val 30252"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336" name="Google Shape;336;p24"/>
            <p:cNvGrpSpPr/>
            <p:nvPr/>
          </p:nvGrpSpPr>
          <p:grpSpPr>
            <a:xfrm>
              <a:off x="-1054156" y="-656378"/>
              <a:ext cx="11095380" cy="6591992"/>
              <a:chOff x="-1054156" y="-656378"/>
              <a:chExt cx="11095380" cy="6591992"/>
            </a:xfrm>
          </p:grpSpPr>
          <p:grpSp>
            <p:nvGrpSpPr>
              <p:cNvPr id="337" name="Google Shape;337;p24"/>
              <p:cNvGrpSpPr/>
              <p:nvPr/>
            </p:nvGrpSpPr>
            <p:grpSpPr>
              <a:xfrm rot="-1800044">
                <a:off x="-741886" y="-324789"/>
                <a:ext cx="1789507" cy="1728562"/>
                <a:chOff x="7777000" y="-567252"/>
                <a:chExt cx="1789547" cy="1728600"/>
              </a:xfrm>
            </p:grpSpPr>
            <p:sp>
              <p:nvSpPr>
                <p:cNvPr id="338" name="Google Shape;338;p24"/>
                <p:cNvSpPr/>
                <p:nvPr/>
              </p:nvSpPr>
              <p:spPr>
                <a:xfrm rot="-5399403">
                  <a:off x="7838247" y="-566802"/>
                  <a:ext cx="1728600" cy="1727700"/>
                </a:xfrm>
                <a:prstGeom prst="arc">
                  <a:avLst>
                    <a:gd fmla="val 16200000" name="adj1"/>
                    <a:gd fmla="val 15007547"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39" name="Google Shape;339;p24"/>
                <p:cNvSpPr/>
                <p:nvPr/>
              </p:nvSpPr>
              <p:spPr>
                <a:xfrm>
                  <a:off x="7777000" y="227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nvGrpSpPr>
              <p:cNvPr id="340" name="Google Shape;340;p24"/>
              <p:cNvGrpSpPr/>
              <p:nvPr/>
            </p:nvGrpSpPr>
            <p:grpSpPr>
              <a:xfrm rot="8999956">
                <a:off x="7981072" y="3833834"/>
                <a:ext cx="1728562" cy="1789510"/>
                <a:chOff x="-433476" y="-754650"/>
                <a:chExt cx="1728600" cy="1789549"/>
              </a:xfrm>
            </p:grpSpPr>
            <p:sp>
              <p:nvSpPr>
                <p:cNvPr id="341" name="Google Shape;341;p24"/>
                <p:cNvSpPr/>
                <p:nvPr/>
              </p:nvSpPr>
              <p:spPr>
                <a:xfrm rot="-10799403">
                  <a:off x="-433476" y="-754500"/>
                  <a:ext cx="1728600" cy="1727700"/>
                </a:xfrm>
                <a:prstGeom prst="arc">
                  <a:avLst>
                    <a:gd fmla="val 16200000" name="adj1"/>
                    <a:gd fmla="val 1315554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42" name="Google Shape;342;p24"/>
                <p:cNvSpPr/>
                <p:nvPr/>
              </p:nvSpPr>
              <p:spPr>
                <a:xfrm>
                  <a:off x="361376" y="895999"/>
                  <a:ext cx="138900" cy="138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6" name="Shape 346"/>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47" name="Shape 347"/>
        <p:cNvGrpSpPr/>
        <p:nvPr/>
      </p:nvGrpSpPr>
      <p:grpSpPr>
        <a:xfrm>
          <a:off x="0" y="0"/>
          <a:ext cx="0" cy="0"/>
          <a:chOff x="0" y="0"/>
          <a:chExt cx="0" cy="0"/>
        </a:xfrm>
      </p:grpSpPr>
      <p:sp>
        <p:nvSpPr>
          <p:cNvPr id="348" name="Google Shape;348;p2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1pPr>
            <a:lvl2pPr lvl="1"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2pPr>
            <a:lvl3pPr lvl="2"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3pPr>
            <a:lvl4pPr lvl="3"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4pPr>
            <a:lvl5pPr lvl="4"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5pPr>
            <a:lvl6pPr lvl="5"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6pPr>
            <a:lvl7pPr lvl="6"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7pPr>
            <a:lvl8pPr lvl="7"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8pPr>
            <a:lvl9pPr lvl="8" rtl="0">
              <a:spcBef>
                <a:spcPts val="0"/>
              </a:spcBef>
              <a:spcAft>
                <a:spcPts val="0"/>
              </a:spcAft>
              <a:buClr>
                <a:schemeClr val="dk1"/>
              </a:buClr>
              <a:buSzPts val="3500"/>
              <a:buFont typeface="Syne"/>
              <a:buNone/>
              <a:defRPr b="1" sz="3500">
                <a:solidFill>
                  <a:schemeClr val="dk1"/>
                </a:solidFill>
                <a:latin typeface="Syne"/>
                <a:ea typeface="Syne"/>
                <a:cs typeface="Syne"/>
                <a:sym typeface="Sy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indent="-317500" lvl="1" marL="9144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indent="-317500" lvl="2" marL="13716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indent="-317500" lvl="3" marL="18288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indent="-317500" lvl="4" marL="22860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indent="-317500" lvl="5" marL="27432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indent="-317500" lvl="6" marL="32004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indent="-317500" lvl="7" marL="36576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indent="-317500" lvl="8" marL="4114800">
              <a:lnSpc>
                <a:spcPct val="115000"/>
              </a:lnSpc>
              <a:spcBef>
                <a:spcPts val="1600"/>
              </a:spcBef>
              <a:spcAft>
                <a:spcPts val="1600"/>
              </a:spcAft>
              <a:buClr>
                <a:schemeClr val="dk1"/>
              </a:buClr>
              <a:buSzPts val="1400"/>
              <a:buFont typeface="Poppins"/>
              <a:buChar char="■"/>
              <a:defRPr>
                <a:solidFill>
                  <a:schemeClr val="dk1"/>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3" name="Shape 343"/>
        <p:cNvGrpSpPr/>
        <p:nvPr/>
      </p:nvGrpSpPr>
      <p:grpSpPr>
        <a:xfrm>
          <a:off x="0" y="0"/>
          <a:ext cx="0" cy="0"/>
          <a:chOff x="0" y="0"/>
          <a:chExt cx="0" cy="0"/>
        </a:xfrm>
      </p:grpSpPr>
      <p:sp>
        <p:nvSpPr>
          <p:cNvPr id="344" name="Google Shape;344;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45" name="Google Shape;345;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xml"/><Relationship Id="rId3" Type="http://schemas.openxmlformats.org/officeDocument/2006/relationships/hyperlink" Target="https://www.freepik.com/free-vector/geometric-background-concept_8398866.htm/?utm_source=slidesgo_template&amp;utm_medium=referral-link&amp;utm_campaign=sg_resources&amp;utm_content=freepik"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xml"/><Relationship Id="rId3" Type="http://schemas.openxmlformats.org/officeDocument/2006/relationships/hyperlink" Target="https://www.freepik.com/free-vector/geometric-shapes-background-flat-design_6189813.htm/?utm_source=slidesgo_template&amp;utm_medium=referral-link&amp;utm_campaign=sg_resources&amp;utm_content=freepik"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 Id="rId3" Type="http://schemas.openxmlformats.org/officeDocument/2006/relationships/hyperlink" Target="http://bit.ly/2PfT4lq" TargetMode="External"/><Relationship Id="rId4" Type="http://schemas.openxmlformats.org/officeDocument/2006/relationships/slide" Target="/ppt/slides/slide1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6.xml"/><Relationship Id="rId3" Type="http://schemas.openxmlformats.org/officeDocument/2006/relationships/hyperlink" Target="http://bit.ly/2PfT4lq" TargetMode="External"/><Relationship Id="rId4" Type="http://schemas.openxmlformats.org/officeDocument/2006/relationships/slide" Target="/ppt/slides/slide1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 Id="rId3" Type="http://schemas.openxmlformats.org/officeDocument/2006/relationships/hyperlink" Target="https://fonts.google.com/specimen/Syne" TargetMode="External"/><Relationship Id="rId4" Type="http://schemas.openxmlformats.org/officeDocument/2006/relationships/hyperlink" Target="https://fonts.google.com/specimen/Poppins" TargetMode="External"/></Relationships>
</file>

<file path=ppt/slides/_rels/slide18.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1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1.png"/><Relationship Id="rId14" Type="http://schemas.openxmlformats.org/officeDocument/2006/relationships/image" Target="../media/image2.png"/><Relationship Id="rId17" Type="http://schemas.openxmlformats.org/officeDocument/2006/relationships/image" Target="../media/image4.png"/><Relationship Id="rId16" Type="http://schemas.openxmlformats.org/officeDocument/2006/relationships/image" Target="../media/image3.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9.xml"/><Relationship Id="rId3" Type="http://schemas.openxmlformats.org/officeDocument/2006/relationships/hyperlink" Target="https://bit.ly/2ZjL1pd"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workspace.google.com/marketplace/app/icons_for_slides_docs/381578326502"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 name="Shape 352"/>
        <p:cNvGrpSpPr/>
        <p:nvPr/>
      </p:nvGrpSpPr>
      <p:grpSpPr>
        <a:xfrm>
          <a:off x="0" y="0"/>
          <a:ext cx="0" cy="0"/>
          <a:chOff x="0" y="0"/>
          <a:chExt cx="0" cy="0"/>
        </a:xfrm>
      </p:grpSpPr>
      <p:sp>
        <p:nvSpPr>
          <p:cNvPr id="353" name="Google Shape;353;p28"/>
          <p:cNvSpPr txBox="1"/>
          <p:nvPr>
            <p:ph type="ctrTitle"/>
          </p:nvPr>
        </p:nvSpPr>
        <p:spPr>
          <a:xfrm>
            <a:off x="1819800" y="1617450"/>
            <a:ext cx="5504400" cy="190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 to Iteration</a:t>
            </a:r>
            <a:endParaRPr/>
          </a:p>
        </p:txBody>
      </p:sp>
      <p:sp>
        <p:nvSpPr>
          <p:cNvPr id="354" name="Google Shape;354;p28"/>
          <p:cNvSpPr/>
          <p:nvPr/>
        </p:nvSpPr>
        <p:spPr>
          <a:xfrm>
            <a:off x="3696107" y="3844335"/>
            <a:ext cx="1728600" cy="1727400"/>
          </a:xfrm>
          <a:prstGeom prst="arc">
            <a:avLst>
              <a:gd fmla="val 20606760"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355" name="Google Shape;355;p28"/>
          <p:cNvSpPr/>
          <p:nvPr/>
        </p:nvSpPr>
        <p:spPr>
          <a:xfrm>
            <a:off x="5308993" y="4446601"/>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 name="Shape 359"/>
        <p:cNvGrpSpPr/>
        <p:nvPr/>
      </p:nvGrpSpPr>
      <p:grpSpPr>
        <a:xfrm>
          <a:off x="0" y="0"/>
          <a:ext cx="0" cy="0"/>
          <a:chOff x="0" y="0"/>
          <a:chExt cx="0" cy="0"/>
        </a:xfrm>
      </p:grpSpPr>
      <p:sp>
        <p:nvSpPr>
          <p:cNvPr id="360" name="Google Shape;360;p29"/>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 to iteration</a:t>
            </a:r>
            <a:endParaRPr/>
          </a:p>
        </p:txBody>
      </p:sp>
      <p:sp>
        <p:nvSpPr>
          <p:cNvPr id="361" name="Google Shape;361;p29"/>
          <p:cNvSpPr txBox="1"/>
          <p:nvPr>
            <p:ph idx="4294967295" type="body"/>
          </p:nvPr>
        </p:nvSpPr>
        <p:spPr>
          <a:xfrm>
            <a:off x="720000" y="1453775"/>
            <a:ext cx="5919300" cy="102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So far in computer science, you have learned how to write blocks of code that perform certain tasks</a:t>
            </a:r>
            <a:endParaRPr/>
          </a:p>
        </p:txBody>
      </p:sp>
      <p:sp>
        <p:nvSpPr>
          <p:cNvPr id="362" name="Google Shape;362;p29"/>
          <p:cNvSpPr txBox="1"/>
          <p:nvPr/>
        </p:nvSpPr>
        <p:spPr>
          <a:xfrm>
            <a:off x="1874700" y="2601200"/>
            <a:ext cx="4764600" cy="6480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SemiBold"/>
                <a:ea typeface="Poppins SemiBold"/>
                <a:cs typeface="Poppins SemiBold"/>
                <a:sym typeface="Poppins SemiBold"/>
              </a:rPr>
              <a:t>What if you wanted to perform the same task over and over again? </a:t>
            </a:r>
            <a:endParaRPr sz="1200">
              <a:solidFill>
                <a:schemeClr val="dk1"/>
              </a:solidFill>
              <a:latin typeface="Poppins SemiBold"/>
              <a:ea typeface="Poppins SemiBold"/>
              <a:cs typeface="Poppins SemiBold"/>
              <a:sym typeface="Poppins SemiBold"/>
            </a:endParaRPr>
          </a:p>
        </p:txBody>
      </p:sp>
      <p:sp>
        <p:nvSpPr>
          <p:cNvPr id="363" name="Google Shape;363;p29"/>
          <p:cNvSpPr txBox="1"/>
          <p:nvPr/>
        </p:nvSpPr>
        <p:spPr>
          <a:xfrm>
            <a:off x="720000" y="3528625"/>
            <a:ext cx="5919300" cy="1020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dk1"/>
                </a:solidFill>
                <a:latin typeface="Poppins"/>
                <a:ea typeface="Poppins"/>
                <a:cs typeface="Poppins"/>
                <a:sym typeface="Poppins"/>
              </a:rPr>
              <a:t>With the knowledge we have right now, that would be copying and pasting the same lines of code, but that is NOT the most effective method</a:t>
            </a:r>
            <a:endParaRPr sz="1200">
              <a:solidFill>
                <a:schemeClr val="dk1"/>
              </a:solidFill>
              <a:latin typeface="Poppins"/>
              <a:ea typeface="Poppins"/>
              <a:cs typeface="Poppins"/>
              <a:sym typeface="Poppins"/>
            </a:endParaRPr>
          </a:p>
        </p:txBody>
      </p:sp>
      <p:sp>
        <p:nvSpPr>
          <p:cNvPr id="364" name="Google Shape;364;p29"/>
          <p:cNvSpPr/>
          <p:nvPr/>
        </p:nvSpPr>
        <p:spPr>
          <a:xfrm>
            <a:off x="828725" y="2713850"/>
            <a:ext cx="422700" cy="42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365" name="Google Shape;365;p29"/>
          <p:cNvCxnSpPr>
            <a:stCxn id="364" idx="6"/>
            <a:endCxn id="362" idx="1"/>
          </p:cNvCxnSpPr>
          <p:nvPr/>
        </p:nvCxnSpPr>
        <p:spPr>
          <a:xfrm>
            <a:off x="1251425" y="2925200"/>
            <a:ext cx="623400" cy="0"/>
          </a:xfrm>
          <a:prstGeom prst="straightConnector1">
            <a:avLst/>
          </a:prstGeom>
          <a:noFill/>
          <a:ln cap="flat" cmpd="sng" w="9525">
            <a:solidFill>
              <a:schemeClr val="dk1"/>
            </a:solidFill>
            <a:prstDash val="solid"/>
            <a:round/>
            <a:headEnd len="sm" w="sm" type="none"/>
            <a:tailEnd len="sm" w="sm" type="triangl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 name="Shape 369"/>
        <p:cNvGrpSpPr/>
        <p:nvPr/>
      </p:nvGrpSpPr>
      <p:grpSpPr>
        <a:xfrm>
          <a:off x="0" y="0"/>
          <a:ext cx="0" cy="0"/>
          <a:chOff x="0" y="0"/>
          <a:chExt cx="0" cy="0"/>
        </a:xfrm>
      </p:grpSpPr>
      <p:sp>
        <p:nvSpPr>
          <p:cNvPr id="370" name="Google Shape;370;p30"/>
          <p:cNvSpPr txBox="1"/>
          <p:nvPr>
            <p:ph type="title"/>
          </p:nvPr>
        </p:nvSpPr>
        <p:spPr>
          <a:xfrm>
            <a:off x="1958550" y="2166900"/>
            <a:ext cx="5226900" cy="130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if we can perform a task ANY number of times while keeping the number of lines of code almost the same?</a:t>
            </a:r>
            <a:endParaRPr/>
          </a:p>
        </p:txBody>
      </p:sp>
      <p:sp>
        <p:nvSpPr>
          <p:cNvPr id="371" name="Google Shape;371;p30"/>
          <p:cNvSpPr/>
          <p:nvPr/>
        </p:nvSpPr>
        <p:spPr>
          <a:xfrm>
            <a:off x="4360650" y="808413"/>
            <a:ext cx="422700" cy="42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372" name="Google Shape;372;p30"/>
          <p:cNvCxnSpPr>
            <a:stCxn id="371" idx="0"/>
            <a:endCxn id="373" idx="3"/>
          </p:cNvCxnSpPr>
          <p:nvPr/>
        </p:nvCxnSpPr>
        <p:spPr>
          <a:xfrm rot="10800000">
            <a:off x="4572000" y="259713"/>
            <a:ext cx="0" cy="548700"/>
          </a:xfrm>
          <a:prstGeom prst="straightConnector1">
            <a:avLst/>
          </a:prstGeom>
          <a:noFill/>
          <a:ln cap="flat" cmpd="sng" w="9525">
            <a:solidFill>
              <a:schemeClr val="dk1"/>
            </a:solidFill>
            <a:prstDash val="solid"/>
            <a:round/>
            <a:headEnd len="med" w="med" type="none"/>
            <a:tailEnd len="med" w="med" type="none"/>
          </a:ln>
        </p:spPr>
      </p:cxnSp>
      <p:cxnSp>
        <p:nvCxnSpPr>
          <p:cNvPr id="374" name="Google Shape;374;p30"/>
          <p:cNvCxnSpPr>
            <a:stCxn id="371" idx="4"/>
            <a:endCxn id="370" idx="0"/>
          </p:cNvCxnSpPr>
          <p:nvPr/>
        </p:nvCxnSpPr>
        <p:spPr>
          <a:xfrm>
            <a:off x="4572000" y="1231113"/>
            <a:ext cx="0" cy="935700"/>
          </a:xfrm>
          <a:prstGeom prst="straightConnector1">
            <a:avLst/>
          </a:prstGeom>
          <a:noFill/>
          <a:ln cap="flat" cmpd="sng" w="9525">
            <a:solidFill>
              <a:schemeClr val="dk1"/>
            </a:solidFill>
            <a:prstDash val="solid"/>
            <a:round/>
            <a:headEnd len="sm" w="sm" type="none"/>
            <a:tailEnd len="sm" w="sm" type="triangl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31"/>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For </a:t>
            </a:r>
            <a:r>
              <a:rPr lang="en"/>
              <a:t>loop</a:t>
            </a:r>
            <a:endParaRPr/>
          </a:p>
        </p:txBody>
      </p:sp>
      <p:sp>
        <p:nvSpPr>
          <p:cNvPr id="380" name="Google Shape;380;p31"/>
          <p:cNvSpPr txBox="1"/>
          <p:nvPr>
            <p:ph idx="1" type="subTitle"/>
          </p:nvPr>
        </p:nvSpPr>
        <p:spPr>
          <a:xfrm>
            <a:off x="713225" y="1449374"/>
            <a:ext cx="7717500" cy="155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a:t>
            </a:r>
            <a:r>
              <a:rPr i="1" lang="en"/>
              <a:t>for </a:t>
            </a:r>
            <a:r>
              <a:rPr lang="en"/>
              <a:t>loop, we create a variable called </a:t>
            </a:r>
            <a:r>
              <a:rPr b="1" lang="en"/>
              <a:t>i </a:t>
            </a:r>
            <a:r>
              <a:rPr lang="en"/>
              <a:t>in the beginning and set it equal to </a:t>
            </a:r>
            <a:r>
              <a:rPr lang="en">
                <a:latin typeface="Poppins SemiBold"/>
                <a:ea typeface="Poppins SemiBold"/>
                <a:cs typeface="Poppins SemiBold"/>
                <a:sym typeface="Poppins SemiBold"/>
              </a:rPr>
              <a:t>0</a:t>
            </a:r>
            <a:r>
              <a:rPr lang="en"/>
              <a:t>. Inside the loop, we print what i is currently equal to. Then we increase i by </a:t>
            </a:r>
            <a:r>
              <a:rPr lang="en">
                <a:latin typeface="Poppins SemiBold"/>
                <a:ea typeface="Poppins SemiBold"/>
                <a:cs typeface="Poppins SemiBold"/>
                <a:sym typeface="Poppins SemiBold"/>
              </a:rPr>
              <a:t>1</a:t>
            </a:r>
            <a:endParaRPr/>
          </a:p>
          <a:p>
            <a:pPr indent="0" lvl="0" marL="0" rtl="0" algn="l">
              <a:spcBef>
                <a:spcPts val="1600"/>
              </a:spcBef>
              <a:spcAft>
                <a:spcPts val="1600"/>
              </a:spcAft>
              <a:buNone/>
            </a:pPr>
            <a:r>
              <a:rPr lang="en">
                <a:latin typeface="Poppins SemiBold"/>
                <a:ea typeface="Poppins SemiBold"/>
                <a:cs typeface="Poppins SemiBold"/>
                <a:sym typeface="Poppins SemiBold"/>
              </a:rPr>
              <a:t>This loop keeps repeating until i becomes 15</a:t>
            </a:r>
            <a:r>
              <a:rPr lang="en"/>
              <a:t>. When i becomes 15, the condition at the top of the loop is false, so the loop stops running</a:t>
            </a:r>
            <a:endParaRPr/>
          </a:p>
        </p:txBody>
      </p:sp>
      <p:sp>
        <p:nvSpPr>
          <p:cNvPr id="381" name="Google Shape;381;p31"/>
          <p:cNvSpPr txBox="1"/>
          <p:nvPr/>
        </p:nvSpPr>
        <p:spPr>
          <a:xfrm>
            <a:off x="2933400" y="3848600"/>
            <a:ext cx="3277200" cy="755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SemiBold"/>
                <a:ea typeface="Poppins SemiBold"/>
                <a:cs typeface="Poppins SemiBold"/>
                <a:sym typeface="Poppins SemiBold"/>
              </a:rPr>
              <a:t>(int i=0; i&lt;15; i++) {System.out.println(i);}</a:t>
            </a:r>
            <a:endParaRPr>
              <a:solidFill>
                <a:schemeClr val="dk1"/>
              </a:solidFill>
              <a:latin typeface="Poppins SemiBold"/>
              <a:ea typeface="Poppins SemiBold"/>
              <a:cs typeface="Poppins SemiBold"/>
              <a:sym typeface="Poppins SemiBold"/>
            </a:endParaRPr>
          </a:p>
        </p:txBody>
      </p:sp>
      <p:sp>
        <p:nvSpPr>
          <p:cNvPr id="382" name="Google Shape;382;p31"/>
          <p:cNvSpPr/>
          <p:nvPr/>
        </p:nvSpPr>
        <p:spPr>
          <a:xfrm>
            <a:off x="4360650" y="3092588"/>
            <a:ext cx="422700" cy="42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383" name="Google Shape;383;p31"/>
          <p:cNvCxnSpPr>
            <a:stCxn id="382" idx="4"/>
            <a:endCxn id="381" idx="0"/>
          </p:cNvCxnSpPr>
          <p:nvPr/>
        </p:nvCxnSpPr>
        <p:spPr>
          <a:xfrm>
            <a:off x="4572000" y="3515288"/>
            <a:ext cx="0" cy="333300"/>
          </a:xfrm>
          <a:prstGeom prst="straightConnector1">
            <a:avLst/>
          </a:prstGeom>
          <a:noFill/>
          <a:ln cap="flat" cmpd="sng" w="9525">
            <a:solidFill>
              <a:schemeClr val="dk1"/>
            </a:solidFill>
            <a:prstDash val="solid"/>
            <a:round/>
            <a:headEnd len="sm" w="sm" type="none"/>
            <a:tailEnd len="sm" w="sm" type="triangl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32"/>
          <p:cNvSpPr txBox="1"/>
          <p:nvPr>
            <p:ph type="title"/>
          </p:nvPr>
        </p:nvSpPr>
        <p:spPr>
          <a:xfrm>
            <a:off x="720000" y="431904"/>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Introducing iteration</a:t>
            </a:r>
            <a:endParaRPr/>
          </a:p>
        </p:txBody>
      </p:sp>
      <p:sp>
        <p:nvSpPr>
          <p:cNvPr id="389" name="Google Shape;389;p32"/>
          <p:cNvSpPr txBox="1"/>
          <p:nvPr>
            <p:ph idx="1" type="subTitle"/>
          </p:nvPr>
        </p:nvSpPr>
        <p:spPr>
          <a:xfrm>
            <a:off x="720000" y="1450802"/>
            <a:ext cx="7710900" cy="124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Iteration is the process of repeating a block of code over and over again until a specific result is achieved. Otherwise known as a loop</a:t>
            </a:r>
            <a:endParaRPr/>
          </a:p>
          <a:p>
            <a:pPr indent="0" lvl="0" marL="0" rtl="0" algn="l">
              <a:spcBef>
                <a:spcPts val="1000"/>
              </a:spcBef>
              <a:spcAft>
                <a:spcPts val="0"/>
              </a:spcAft>
              <a:buNone/>
            </a:pPr>
            <a:r>
              <a:rPr lang="en">
                <a:latin typeface="Poppins SemiBold"/>
                <a:ea typeface="Poppins SemiBold"/>
                <a:cs typeface="Poppins SemiBold"/>
                <a:sym typeface="Poppins SemiBold"/>
              </a:rPr>
              <a:t>We will be going over 2 types of iterations: </a:t>
            </a:r>
            <a:endParaRPr/>
          </a:p>
        </p:txBody>
      </p:sp>
      <p:sp>
        <p:nvSpPr>
          <p:cNvPr id="390" name="Google Shape;390;p32"/>
          <p:cNvSpPr txBox="1"/>
          <p:nvPr/>
        </p:nvSpPr>
        <p:spPr>
          <a:xfrm>
            <a:off x="1874700" y="2934075"/>
            <a:ext cx="1839900" cy="4311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SemiBold"/>
                <a:ea typeface="Poppins SemiBold"/>
                <a:cs typeface="Poppins SemiBold"/>
                <a:sym typeface="Poppins SemiBold"/>
              </a:rPr>
              <a:t>a </a:t>
            </a:r>
            <a:r>
              <a:rPr i="1" lang="en">
                <a:solidFill>
                  <a:schemeClr val="dk1"/>
                </a:solidFill>
                <a:latin typeface="Poppins SemiBold"/>
                <a:ea typeface="Poppins SemiBold"/>
                <a:cs typeface="Poppins SemiBold"/>
                <a:sym typeface="Poppins SemiBold"/>
              </a:rPr>
              <a:t>for </a:t>
            </a:r>
            <a:r>
              <a:rPr lang="en">
                <a:solidFill>
                  <a:schemeClr val="dk1"/>
                </a:solidFill>
                <a:latin typeface="Poppins SemiBold"/>
                <a:ea typeface="Poppins SemiBold"/>
                <a:cs typeface="Poppins SemiBold"/>
                <a:sym typeface="Poppins SemiBold"/>
              </a:rPr>
              <a:t>loop</a:t>
            </a:r>
            <a:endParaRPr>
              <a:solidFill>
                <a:schemeClr val="dk1"/>
              </a:solidFill>
              <a:latin typeface="Poppins SemiBold"/>
              <a:ea typeface="Poppins SemiBold"/>
              <a:cs typeface="Poppins SemiBold"/>
              <a:sym typeface="Poppins SemiBold"/>
            </a:endParaRPr>
          </a:p>
        </p:txBody>
      </p:sp>
      <p:sp>
        <p:nvSpPr>
          <p:cNvPr id="391" name="Google Shape;391;p32"/>
          <p:cNvSpPr txBox="1"/>
          <p:nvPr/>
        </p:nvSpPr>
        <p:spPr>
          <a:xfrm>
            <a:off x="1874700" y="3752002"/>
            <a:ext cx="1839900" cy="4002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SemiBold"/>
                <a:ea typeface="Poppins SemiBold"/>
                <a:cs typeface="Poppins SemiBold"/>
                <a:sym typeface="Poppins SemiBold"/>
              </a:rPr>
              <a:t>a </a:t>
            </a:r>
            <a:r>
              <a:rPr i="1" lang="en">
                <a:solidFill>
                  <a:schemeClr val="dk1"/>
                </a:solidFill>
                <a:latin typeface="Poppins SemiBold"/>
                <a:ea typeface="Poppins SemiBold"/>
                <a:cs typeface="Poppins SemiBold"/>
                <a:sym typeface="Poppins SemiBold"/>
              </a:rPr>
              <a:t>while </a:t>
            </a:r>
            <a:r>
              <a:rPr lang="en">
                <a:solidFill>
                  <a:schemeClr val="dk1"/>
                </a:solidFill>
                <a:latin typeface="Poppins SemiBold"/>
                <a:ea typeface="Poppins SemiBold"/>
                <a:cs typeface="Poppins SemiBold"/>
                <a:sym typeface="Poppins SemiBold"/>
              </a:rPr>
              <a:t>loop</a:t>
            </a:r>
            <a:endParaRPr>
              <a:solidFill>
                <a:schemeClr val="dk1"/>
              </a:solidFill>
              <a:latin typeface="Poppins SemiBold"/>
              <a:ea typeface="Poppins SemiBold"/>
              <a:cs typeface="Poppins SemiBold"/>
              <a:sym typeface="Poppins SemiBold"/>
            </a:endParaRPr>
          </a:p>
        </p:txBody>
      </p:sp>
      <p:sp>
        <p:nvSpPr>
          <p:cNvPr id="392" name="Google Shape;392;p32"/>
          <p:cNvSpPr/>
          <p:nvPr/>
        </p:nvSpPr>
        <p:spPr>
          <a:xfrm>
            <a:off x="828725" y="2938269"/>
            <a:ext cx="422700" cy="42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393" name="Google Shape;393;p32"/>
          <p:cNvSpPr/>
          <p:nvPr/>
        </p:nvSpPr>
        <p:spPr>
          <a:xfrm>
            <a:off x="828725" y="3740750"/>
            <a:ext cx="422700" cy="42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394" name="Google Shape;394;p32"/>
          <p:cNvCxnSpPr>
            <a:stCxn id="392" idx="6"/>
            <a:endCxn id="390" idx="1"/>
          </p:cNvCxnSpPr>
          <p:nvPr/>
        </p:nvCxnSpPr>
        <p:spPr>
          <a:xfrm>
            <a:off x="1251425" y="3149619"/>
            <a:ext cx="623400" cy="0"/>
          </a:xfrm>
          <a:prstGeom prst="straightConnector1">
            <a:avLst/>
          </a:prstGeom>
          <a:noFill/>
          <a:ln cap="flat" cmpd="sng" w="9525">
            <a:solidFill>
              <a:schemeClr val="dk1"/>
            </a:solidFill>
            <a:prstDash val="solid"/>
            <a:round/>
            <a:headEnd len="sm" w="sm" type="none"/>
            <a:tailEnd len="sm" w="sm" type="triangle"/>
          </a:ln>
        </p:spPr>
      </p:cxnSp>
      <p:cxnSp>
        <p:nvCxnSpPr>
          <p:cNvPr id="395" name="Google Shape;395;p32"/>
          <p:cNvCxnSpPr>
            <a:stCxn id="393" idx="6"/>
            <a:endCxn id="391" idx="1"/>
          </p:cNvCxnSpPr>
          <p:nvPr/>
        </p:nvCxnSpPr>
        <p:spPr>
          <a:xfrm>
            <a:off x="1251425" y="3952100"/>
            <a:ext cx="623400" cy="0"/>
          </a:xfrm>
          <a:prstGeom prst="straightConnector1">
            <a:avLst/>
          </a:prstGeom>
          <a:noFill/>
          <a:ln cap="flat" cmpd="sng" w="9525">
            <a:solidFill>
              <a:schemeClr val="dk1"/>
            </a:solidFill>
            <a:prstDash val="solid"/>
            <a:round/>
            <a:headEnd len="sm" w="sm" type="none"/>
            <a:tailEnd len="sm" w="sm" type="triangl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 name="Shape 399"/>
        <p:cNvGrpSpPr/>
        <p:nvPr/>
      </p:nvGrpSpPr>
      <p:grpSpPr>
        <a:xfrm>
          <a:off x="0" y="0"/>
          <a:ext cx="0" cy="0"/>
          <a:chOff x="0" y="0"/>
          <a:chExt cx="0" cy="0"/>
        </a:xfrm>
      </p:grpSpPr>
      <p:sp>
        <p:nvSpPr>
          <p:cNvPr id="400" name="Google Shape;400;p33"/>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a </a:t>
            </a:r>
            <a:r>
              <a:rPr i="1" lang="en"/>
              <a:t>for </a:t>
            </a:r>
            <a:r>
              <a:rPr lang="en"/>
              <a:t>loop?</a:t>
            </a:r>
            <a:endParaRPr/>
          </a:p>
        </p:txBody>
      </p:sp>
      <p:sp>
        <p:nvSpPr>
          <p:cNvPr id="401" name="Google Shape;401;p33"/>
          <p:cNvSpPr txBox="1"/>
          <p:nvPr>
            <p:ph idx="1" type="subTitle"/>
          </p:nvPr>
        </p:nvSpPr>
        <p:spPr>
          <a:xfrm>
            <a:off x="720000" y="1453775"/>
            <a:ext cx="6859500" cy="124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a:t>
            </a:r>
            <a:r>
              <a:rPr i="1" lang="en"/>
              <a:t>for </a:t>
            </a:r>
            <a:r>
              <a:rPr lang="en"/>
              <a:t>loop is a loop you put outside your code block that is pre-set to run a certain amount of times and stops after that number has been reached</a:t>
            </a:r>
            <a:endParaRPr/>
          </a:p>
          <a:p>
            <a:pPr indent="0" lvl="0" marL="0" rtl="0" algn="l">
              <a:spcBef>
                <a:spcPts val="1000"/>
              </a:spcBef>
              <a:spcAft>
                <a:spcPts val="0"/>
              </a:spcAft>
              <a:buNone/>
            </a:pPr>
            <a:r>
              <a:rPr lang="en"/>
              <a:t>An example looks like this (written in Java):</a:t>
            </a:r>
            <a:endParaRPr/>
          </a:p>
        </p:txBody>
      </p:sp>
      <p:sp>
        <p:nvSpPr>
          <p:cNvPr id="402" name="Google Shape;402;p33"/>
          <p:cNvSpPr txBox="1"/>
          <p:nvPr/>
        </p:nvSpPr>
        <p:spPr>
          <a:xfrm>
            <a:off x="1874700" y="2852475"/>
            <a:ext cx="2650500" cy="5943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SemiBold"/>
                <a:ea typeface="Poppins SemiBold"/>
                <a:cs typeface="Poppins SemiBold"/>
                <a:sym typeface="Poppins SemiBold"/>
              </a:rPr>
              <a:t>(int i=0; i&lt;15; i++) {System.out.println(i);}</a:t>
            </a:r>
            <a:endParaRPr>
              <a:solidFill>
                <a:schemeClr val="dk1"/>
              </a:solidFill>
              <a:latin typeface="Poppins SemiBold"/>
              <a:ea typeface="Poppins SemiBold"/>
              <a:cs typeface="Poppins SemiBold"/>
              <a:sym typeface="Poppins SemiBold"/>
            </a:endParaRPr>
          </a:p>
        </p:txBody>
      </p:sp>
      <p:sp>
        <p:nvSpPr>
          <p:cNvPr id="403" name="Google Shape;403;p33"/>
          <p:cNvSpPr/>
          <p:nvPr/>
        </p:nvSpPr>
        <p:spPr>
          <a:xfrm>
            <a:off x="828588" y="2938263"/>
            <a:ext cx="422700" cy="42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404" name="Google Shape;404;p33"/>
          <p:cNvCxnSpPr>
            <a:stCxn id="403" idx="6"/>
            <a:endCxn id="402" idx="1"/>
          </p:cNvCxnSpPr>
          <p:nvPr/>
        </p:nvCxnSpPr>
        <p:spPr>
          <a:xfrm>
            <a:off x="1251288" y="3149613"/>
            <a:ext cx="623400" cy="0"/>
          </a:xfrm>
          <a:prstGeom prst="straightConnector1">
            <a:avLst/>
          </a:prstGeom>
          <a:noFill/>
          <a:ln cap="flat" cmpd="sng" w="9525">
            <a:solidFill>
              <a:schemeClr val="dk1"/>
            </a:solidFill>
            <a:prstDash val="solid"/>
            <a:round/>
            <a:headEnd len="sm" w="sm" type="none"/>
            <a:tailEnd len="sm" w="sm" type="triangl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 name="Shape 408"/>
        <p:cNvGrpSpPr/>
        <p:nvPr/>
      </p:nvGrpSpPr>
      <p:grpSpPr>
        <a:xfrm>
          <a:off x="0" y="0"/>
          <a:ext cx="0" cy="0"/>
          <a:chOff x="0" y="0"/>
          <a:chExt cx="0" cy="0"/>
        </a:xfrm>
      </p:grpSpPr>
      <p:sp>
        <p:nvSpPr>
          <p:cNvPr id="409" name="Google Shape;409;p34"/>
          <p:cNvSpPr txBox="1"/>
          <p:nvPr>
            <p:ph type="title"/>
          </p:nvPr>
        </p:nvSpPr>
        <p:spPr>
          <a:xfrm>
            <a:off x="2057700" y="2042625"/>
            <a:ext cx="5028600" cy="117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i="1" lang="en"/>
              <a:t>For </a:t>
            </a:r>
            <a:r>
              <a:rPr lang="en"/>
              <a:t>loops -&gt; fun! Now let’s get into the second type of iteration: the WHILE loop </a:t>
            </a:r>
            <a:endParaRPr/>
          </a:p>
        </p:txBody>
      </p:sp>
      <p:grpSp>
        <p:nvGrpSpPr>
          <p:cNvPr id="410" name="Google Shape;410;p34"/>
          <p:cNvGrpSpPr/>
          <p:nvPr/>
        </p:nvGrpSpPr>
        <p:grpSpPr>
          <a:xfrm rot="8999956">
            <a:off x="7975973" y="3841105"/>
            <a:ext cx="1728562" cy="1789510"/>
            <a:chOff x="-433476" y="-754650"/>
            <a:chExt cx="1728600" cy="1789549"/>
          </a:xfrm>
        </p:grpSpPr>
        <p:sp>
          <p:nvSpPr>
            <p:cNvPr id="411" name="Google Shape;411;p34"/>
            <p:cNvSpPr/>
            <p:nvPr/>
          </p:nvSpPr>
          <p:spPr>
            <a:xfrm rot="-10799403">
              <a:off x="-433476" y="-754500"/>
              <a:ext cx="1728600" cy="1727700"/>
            </a:xfrm>
            <a:prstGeom prst="arc">
              <a:avLst>
                <a:gd fmla="val 16200000" name="adj1"/>
                <a:gd fmla="val 13291826"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412" name="Google Shape;412;p34"/>
            <p:cNvSpPr/>
            <p:nvPr/>
          </p:nvSpPr>
          <p:spPr>
            <a:xfrm>
              <a:off x="361376" y="895999"/>
              <a:ext cx="138900" cy="1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sp>
        <p:nvSpPr>
          <p:cNvPr id="413" name="Google Shape;413;p34"/>
          <p:cNvSpPr/>
          <p:nvPr/>
        </p:nvSpPr>
        <p:spPr>
          <a:xfrm rot="10800000">
            <a:off x="3626009" y="-389439"/>
            <a:ext cx="1728600" cy="1727400"/>
          </a:xfrm>
          <a:prstGeom prst="arc">
            <a:avLst>
              <a:gd fmla="val 19599382"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414" name="Google Shape;414;p34"/>
          <p:cNvSpPr/>
          <p:nvPr/>
        </p:nvSpPr>
        <p:spPr>
          <a:xfrm>
            <a:off x="828588" y="2420738"/>
            <a:ext cx="422700" cy="42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415" name="Google Shape;415;p34"/>
          <p:cNvCxnSpPr>
            <a:stCxn id="414" idx="6"/>
            <a:endCxn id="409" idx="1"/>
          </p:cNvCxnSpPr>
          <p:nvPr/>
        </p:nvCxnSpPr>
        <p:spPr>
          <a:xfrm>
            <a:off x="1251288" y="2632088"/>
            <a:ext cx="806400" cy="0"/>
          </a:xfrm>
          <a:prstGeom prst="straightConnector1">
            <a:avLst/>
          </a:prstGeom>
          <a:noFill/>
          <a:ln cap="flat" cmpd="sng" w="9525">
            <a:solidFill>
              <a:schemeClr val="dk1"/>
            </a:solidFill>
            <a:prstDash val="solid"/>
            <a:round/>
            <a:headEnd len="sm" w="sm" type="none"/>
            <a:tailEnd len="sm" w="sm" type="triangle"/>
          </a:ln>
        </p:spPr>
      </p:cxnSp>
      <p:cxnSp>
        <p:nvCxnSpPr>
          <p:cNvPr id="416" name="Google Shape;416;p34"/>
          <p:cNvCxnSpPr>
            <a:stCxn id="414" idx="0"/>
          </p:cNvCxnSpPr>
          <p:nvPr/>
        </p:nvCxnSpPr>
        <p:spPr>
          <a:xfrm rot="10800000">
            <a:off x="1039938" y="265838"/>
            <a:ext cx="0" cy="21549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 name="Shape 420"/>
        <p:cNvGrpSpPr/>
        <p:nvPr/>
      </p:nvGrpSpPr>
      <p:grpSpPr>
        <a:xfrm>
          <a:off x="0" y="0"/>
          <a:ext cx="0" cy="0"/>
          <a:chOff x="0" y="0"/>
          <a:chExt cx="0" cy="0"/>
        </a:xfrm>
      </p:grpSpPr>
      <p:sp>
        <p:nvSpPr>
          <p:cNvPr id="421" name="Google Shape;421;p35"/>
          <p:cNvSpPr txBox="1"/>
          <p:nvPr>
            <p:ph type="title"/>
          </p:nvPr>
        </p:nvSpPr>
        <p:spPr>
          <a:xfrm>
            <a:off x="889475" y="980750"/>
            <a:ext cx="6861000" cy="69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a </a:t>
            </a:r>
            <a:r>
              <a:rPr i="1" lang="en"/>
              <a:t>while </a:t>
            </a:r>
            <a:r>
              <a:rPr lang="en"/>
              <a:t>loop?</a:t>
            </a:r>
            <a:endParaRPr/>
          </a:p>
        </p:txBody>
      </p:sp>
      <p:sp>
        <p:nvSpPr>
          <p:cNvPr id="422" name="Google Shape;422;p35"/>
          <p:cNvSpPr txBox="1"/>
          <p:nvPr>
            <p:ph idx="1" type="subTitle"/>
          </p:nvPr>
        </p:nvSpPr>
        <p:spPr>
          <a:xfrm>
            <a:off x="889475" y="1833150"/>
            <a:ext cx="6861000" cy="155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Poppins SemiBold"/>
                <a:ea typeface="Poppins SemiBold"/>
                <a:cs typeface="Poppins SemiBold"/>
                <a:sym typeface="Poppins SemiBold"/>
              </a:rPr>
              <a:t>A </a:t>
            </a:r>
            <a:r>
              <a:rPr i="1" lang="en">
                <a:latin typeface="Poppins SemiBold"/>
                <a:ea typeface="Poppins SemiBold"/>
                <a:cs typeface="Poppins SemiBold"/>
                <a:sym typeface="Poppins SemiBold"/>
              </a:rPr>
              <a:t>while </a:t>
            </a:r>
            <a:r>
              <a:rPr lang="en">
                <a:latin typeface="Poppins SemiBold"/>
                <a:ea typeface="Poppins SemiBold"/>
                <a:cs typeface="Poppins SemiBold"/>
                <a:sym typeface="Poppins SemiBold"/>
              </a:rPr>
              <a:t>loop</a:t>
            </a:r>
            <a:r>
              <a:rPr lang="en"/>
              <a:t> has a similar definition to a for loop, except it </a:t>
            </a:r>
            <a:r>
              <a:rPr lang="en">
                <a:latin typeface="Poppins SemiBold"/>
                <a:ea typeface="Poppins SemiBold"/>
                <a:cs typeface="Poppins SemiBold"/>
                <a:sym typeface="Poppins SemiBold"/>
              </a:rPr>
              <a:t>is not pre-set to run a certain amount of times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latin typeface="Poppins SemiBold"/>
                <a:ea typeface="Poppins SemiBold"/>
                <a:cs typeface="Poppins SemiBold"/>
                <a:sym typeface="Poppins SemiBold"/>
              </a:rPr>
              <a:t>You just specify a condition</a:t>
            </a:r>
            <a:r>
              <a:rPr lang="en"/>
              <a:t> and your loop just keeps running until that condition becomes false</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 name="Shape 426"/>
        <p:cNvGrpSpPr/>
        <p:nvPr/>
      </p:nvGrpSpPr>
      <p:grpSpPr>
        <a:xfrm>
          <a:off x="0" y="0"/>
          <a:ext cx="0" cy="0"/>
          <a:chOff x="0" y="0"/>
          <a:chExt cx="0" cy="0"/>
        </a:xfrm>
      </p:grpSpPr>
      <p:sp>
        <p:nvSpPr>
          <p:cNvPr id="427" name="Google Shape;427;p36"/>
          <p:cNvSpPr txBox="1"/>
          <p:nvPr>
            <p:ph type="title"/>
          </p:nvPr>
        </p:nvSpPr>
        <p:spPr>
          <a:xfrm>
            <a:off x="889475" y="1111485"/>
            <a:ext cx="4337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a:t>
            </a:r>
            <a:r>
              <a:rPr i="1" lang="en"/>
              <a:t>while </a:t>
            </a:r>
            <a:r>
              <a:rPr lang="en"/>
              <a:t>loop</a:t>
            </a:r>
            <a:endParaRPr/>
          </a:p>
        </p:txBody>
      </p:sp>
      <p:sp>
        <p:nvSpPr>
          <p:cNvPr id="428" name="Google Shape;428;p36"/>
          <p:cNvSpPr txBox="1"/>
          <p:nvPr>
            <p:ph idx="1" type="subTitle"/>
          </p:nvPr>
        </p:nvSpPr>
        <p:spPr>
          <a:xfrm>
            <a:off x="889475" y="1833162"/>
            <a:ext cx="4337100" cy="111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same example we did with the for loop- we can actually write it as a while loop!</a:t>
            </a:r>
            <a:endParaRPr/>
          </a:p>
          <a:p>
            <a:pPr indent="0" lvl="0" marL="0" rtl="0" algn="l">
              <a:spcBef>
                <a:spcPts val="1000"/>
              </a:spcBef>
              <a:spcAft>
                <a:spcPts val="0"/>
              </a:spcAft>
              <a:buNone/>
            </a:pPr>
            <a:r>
              <a:rPr lang="en"/>
              <a:t>Here’s how it goes:</a:t>
            </a:r>
            <a:endParaRPr/>
          </a:p>
        </p:txBody>
      </p:sp>
      <p:sp>
        <p:nvSpPr>
          <p:cNvPr id="429" name="Google Shape;429;p36"/>
          <p:cNvSpPr txBox="1"/>
          <p:nvPr/>
        </p:nvSpPr>
        <p:spPr>
          <a:xfrm>
            <a:off x="2021575" y="3236269"/>
            <a:ext cx="3000000" cy="6306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SemiBold"/>
                <a:ea typeface="Poppins SemiBold"/>
                <a:cs typeface="Poppins SemiBold"/>
                <a:sym typeface="Poppins SemiBold"/>
              </a:rPr>
              <a:t>int i=0</a:t>
            </a:r>
            <a:endParaRPr>
              <a:solidFill>
                <a:schemeClr val="dk1"/>
              </a:solidFill>
              <a:latin typeface="Poppins SemiBold"/>
              <a:ea typeface="Poppins SemiBold"/>
              <a:cs typeface="Poppins SemiBold"/>
              <a:sym typeface="Poppins SemiBold"/>
            </a:endParaRPr>
          </a:p>
          <a:p>
            <a:pPr indent="0" lvl="0" marL="0" rtl="0" algn="l">
              <a:spcBef>
                <a:spcPts val="0"/>
              </a:spcBef>
              <a:spcAft>
                <a:spcPts val="0"/>
              </a:spcAft>
              <a:buNone/>
            </a:pPr>
            <a:r>
              <a:rPr lang="en">
                <a:solidFill>
                  <a:schemeClr val="dk1"/>
                </a:solidFill>
                <a:latin typeface="Poppins SemiBold"/>
                <a:ea typeface="Poppins SemiBold"/>
                <a:cs typeface="Poppins SemiBold"/>
                <a:sym typeface="Poppins SemiBold"/>
              </a:rPr>
              <a:t>while (i&lt;15) {print i;i++;}</a:t>
            </a:r>
            <a:endParaRPr>
              <a:solidFill>
                <a:schemeClr val="dk1"/>
              </a:solidFill>
              <a:latin typeface="Poppins SemiBold"/>
              <a:ea typeface="Poppins SemiBold"/>
              <a:cs typeface="Poppins SemiBold"/>
              <a:sym typeface="Poppins SemiBold"/>
            </a:endParaRPr>
          </a:p>
        </p:txBody>
      </p:sp>
      <p:sp>
        <p:nvSpPr>
          <p:cNvPr id="430" name="Google Shape;430;p36"/>
          <p:cNvSpPr/>
          <p:nvPr/>
        </p:nvSpPr>
        <p:spPr>
          <a:xfrm>
            <a:off x="976525" y="3340213"/>
            <a:ext cx="422700" cy="42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431" name="Google Shape;431;p36"/>
          <p:cNvCxnSpPr>
            <a:stCxn id="430" idx="6"/>
            <a:endCxn id="429" idx="1"/>
          </p:cNvCxnSpPr>
          <p:nvPr/>
        </p:nvCxnSpPr>
        <p:spPr>
          <a:xfrm>
            <a:off x="1399225" y="3551563"/>
            <a:ext cx="622500" cy="0"/>
          </a:xfrm>
          <a:prstGeom prst="straightConnector1">
            <a:avLst/>
          </a:prstGeom>
          <a:noFill/>
          <a:ln cap="flat" cmpd="sng" w="9525">
            <a:solidFill>
              <a:schemeClr val="dk1"/>
            </a:solidFill>
            <a:prstDash val="solid"/>
            <a:round/>
            <a:headEnd len="sm" w="sm" type="none"/>
            <a:tailEnd len="sm" w="sm" type="triangle"/>
          </a:ln>
        </p:spPr>
      </p:cxnSp>
      <p:sp>
        <p:nvSpPr>
          <p:cNvPr id="432" name="Google Shape;432;p36"/>
          <p:cNvSpPr/>
          <p:nvPr/>
        </p:nvSpPr>
        <p:spPr>
          <a:xfrm rot="10800000">
            <a:off x="6248634" y="1708061"/>
            <a:ext cx="1728600" cy="1727400"/>
          </a:xfrm>
          <a:prstGeom prst="arc">
            <a:avLst>
              <a:gd fmla="val 13708974"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433" name="Google Shape;433;p36"/>
          <p:cNvSpPr/>
          <p:nvPr/>
        </p:nvSpPr>
        <p:spPr>
          <a:xfrm rot="10800000">
            <a:off x="6356925" y="1816425"/>
            <a:ext cx="1512000" cy="1510800"/>
          </a:xfrm>
          <a:prstGeom prst="arc">
            <a:avLst>
              <a:gd fmla="val 15405299"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434" name="Google Shape;434;p36"/>
          <p:cNvSpPr/>
          <p:nvPr/>
        </p:nvSpPr>
        <p:spPr>
          <a:xfrm rot="10800000">
            <a:off x="6448225" y="1907800"/>
            <a:ext cx="1329300" cy="1328100"/>
          </a:xfrm>
          <a:prstGeom prst="arc">
            <a:avLst>
              <a:gd fmla="val 16834885"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435" name="Google Shape;435;p36"/>
          <p:cNvSpPr/>
          <p:nvPr/>
        </p:nvSpPr>
        <p:spPr>
          <a:xfrm rot="10800000">
            <a:off x="6552825" y="2012200"/>
            <a:ext cx="1120200" cy="1119300"/>
          </a:xfrm>
          <a:prstGeom prst="arc">
            <a:avLst>
              <a:gd fmla="val 18391405" name="adj1"/>
              <a:gd fmla="val 12334934" name="adj2"/>
            </a:avLst>
          </a:prstGeom>
          <a:noFill/>
          <a:ln cap="flat" cmpd="sng" w="9525">
            <a:solidFill>
              <a:schemeClr val="dk1"/>
            </a:solidFill>
            <a:prstDash val="solid"/>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 name="Shape 439"/>
        <p:cNvGrpSpPr/>
        <p:nvPr/>
      </p:nvGrpSpPr>
      <p:grpSpPr>
        <a:xfrm>
          <a:off x="0" y="0"/>
          <a:ext cx="0" cy="0"/>
          <a:chOff x="0" y="0"/>
          <a:chExt cx="0" cy="0"/>
        </a:xfrm>
      </p:grpSpPr>
      <p:sp>
        <p:nvSpPr>
          <p:cNvPr id="440" name="Google Shape;440;p37"/>
          <p:cNvSpPr txBox="1"/>
          <p:nvPr>
            <p:ph type="title"/>
          </p:nvPr>
        </p:nvSpPr>
        <p:spPr>
          <a:xfrm>
            <a:off x="889475" y="1102975"/>
            <a:ext cx="7598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Key differences</a:t>
            </a:r>
            <a:endParaRPr/>
          </a:p>
        </p:txBody>
      </p:sp>
      <p:sp>
        <p:nvSpPr>
          <p:cNvPr id="441" name="Google Shape;441;p37"/>
          <p:cNvSpPr txBox="1"/>
          <p:nvPr>
            <p:ph idx="1" type="subTitle"/>
          </p:nvPr>
        </p:nvSpPr>
        <p:spPr>
          <a:xfrm>
            <a:off x="889475" y="1833150"/>
            <a:ext cx="75981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the </a:t>
            </a:r>
            <a:r>
              <a:rPr lang="en">
                <a:latin typeface="Poppins SemiBold"/>
                <a:ea typeface="Poppins SemiBold"/>
                <a:cs typeface="Poppins SemiBold"/>
                <a:sym typeface="Poppins SemiBold"/>
              </a:rPr>
              <a:t>key differences</a:t>
            </a:r>
            <a:r>
              <a:rPr lang="en"/>
              <a:t> between </a:t>
            </a:r>
            <a:r>
              <a:rPr i="1" lang="en"/>
              <a:t>for </a:t>
            </a:r>
            <a:r>
              <a:rPr lang="en"/>
              <a:t>and </a:t>
            </a:r>
            <a:r>
              <a:rPr i="1" lang="en"/>
              <a:t>while </a:t>
            </a:r>
            <a:r>
              <a:rPr lang="en"/>
              <a:t>loops. We actually had to declare the variable for the condition outside the loop</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We </a:t>
            </a:r>
            <a:r>
              <a:rPr lang="en"/>
              <a:t>also must add a line inside the loop to increment </a:t>
            </a:r>
            <a:r>
              <a:rPr lang="en">
                <a:latin typeface="Poppins SemiBold"/>
                <a:ea typeface="Poppins SemiBold"/>
                <a:cs typeface="Poppins SemiBold"/>
                <a:sym typeface="Poppins SemiBold"/>
              </a:rPr>
              <a:t>i</a:t>
            </a:r>
            <a:r>
              <a:rPr lang="en"/>
              <a:t>. The </a:t>
            </a:r>
            <a:r>
              <a:rPr i="1" lang="en">
                <a:latin typeface="Poppins SemiBold"/>
                <a:ea typeface="Poppins SemiBold"/>
                <a:cs typeface="Poppins SemiBold"/>
                <a:sym typeface="Poppins SemiBold"/>
              </a:rPr>
              <a:t>for </a:t>
            </a:r>
            <a:r>
              <a:rPr lang="en">
                <a:latin typeface="Poppins SemiBold"/>
                <a:ea typeface="Poppins SemiBold"/>
                <a:cs typeface="Poppins SemiBold"/>
                <a:sym typeface="Poppins SemiBold"/>
              </a:rPr>
              <a:t>loop would automatically do it for us</a:t>
            </a:r>
            <a:r>
              <a:rPr lang="en"/>
              <a:t>, but since it’s a </a:t>
            </a:r>
            <a:r>
              <a:rPr i="1" lang="en"/>
              <a:t>while </a:t>
            </a:r>
            <a:r>
              <a:rPr lang="en"/>
              <a:t>loop, we have to add</a:t>
            </a:r>
            <a:r>
              <a:rPr b="1" lang="en"/>
              <a:t> </a:t>
            </a:r>
            <a:r>
              <a:rPr lang="en">
                <a:latin typeface="Poppins SemiBold"/>
                <a:ea typeface="Poppins SemiBold"/>
                <a:cs typeface="Poppins SemiBold"/>
                <a:sym typeface="Poppins SemiBold"/>
              </a:rPr>
              <a:t>i++</a:t>
            </a:r>
            <a:r>
              <a:rPr lang="en"/>
              <a:t>, otherwise </a:t>
            </a:r>
            <a:r>
              <a:rPr lang="en">
                <a:latin typeface="Poppins SemiBold"/>
                <a:ea typeface="Poppins SemiBold"/>
                <a:cs typeface="Poppins SemiBold"/>
                <a:sym typeface="Poppins SemiBold"/>
              </a:rPr>
              <a:t>the </a:t>
            </a:r>
            <a:r>
              <a:rPr i="1" lang="en">
                <a:latin typeface="Poppins SemiBold"/>
                <a:ea typeface="Poppins SemiBold"/>
                <a:cs typeface="Poppins SemiBold"/>
                <a:sym typeface="Poppins SemiBold"/>
              </a:rPr>
              <a:t>while </a:t>
            </a:r>
            <a:r>
              <a:rPr lang="en">
                <a:latin typeface="Poppins SemiBold"/>
                <a:ea typeface="Poppins SemiBold"/>
                <a:cs typeface="Poppins SemiBold"/>
                <a:sym typeface="Poppins SemiBold"/>
              </a:rPr>
              <a:t>loop will NEVER STOP running</a:t>
            </a:r>
            <a:r>
              <a:rPr lang="en"/>
              <a:t>, and we’ll run into an infinite loop</a:t>
            </a:r>
            <a:endParaRPr/>
          </a:p>
        </p:txBody>
      </p:sp>
      <p:sp>
        <p:nvSpPr>
          <p:cNvPr id="442" name="Google Shape;442;p37"/>
          <p:cNvSpPr txBox="1"/>
          <p:nvPr/>
        </p:nvSpPr>
        <p:spPr>
          <a:xfrm>
            <a:off x="3595050" y="3803419"/>
            <a:ext cx="3000000" cy="6306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Poppins SemiBold"/>
                <a:ea typeface="Poppins SemiBold"/>
                <a:cs typeface="Poppins SemiBold"/>
                <a:sym typeface="Poppins SemiBold"/>
              </a:rPr>
              <a:t>int i=0</a:t>
            </a:r>
            <a:endParaRPr>
              <a:latin typeface="Poppins SemiBold"/>
              <a:ea typeface="Poppins SemiBold"/>
              <a:cs typeface="Poppins SemiBold"/>
              <a:sym typeface="Poppins SemiBold"/>
            </a:endParaRPr>
          </a:p>
          <a:p>
            <a:pPr indent="0" lvl="0" marL="0" rtl="0" algn="l">
              <a:lnSpc>
                <a:spcPct val="115000"/>
              </a:lnSpc>
              <a:spcBef>
                <a:spcPts val="0"/>
              </a:spcBef>
              <a:spcAft>
                <a:spcPts val="0"/>
              </a:spcAft>
              <a:buNone/>
            </a:pPr>
            <a:r>
              <a:rPr lang="en">
                <a:latin typeface="Poppins SemiBold"/>
                <a:ea typeface="Poppins SemiBold"/>
                <a:cs typeface="Poppins SemiBold"/>
                <a:sym typeface="Poppins SemiBold"/>
              </a:rPr>
              <a:t>while (i&lt;15) {print i;i++;}</a:t>
            </a:r>
            <a:endParaRPr>
              <a:latin typeface="Poppins SemiBold"/>
              <a:ea typeface="Poppins SemiBold"/>
              <a:cs typeface="Poppins SemiBold"/>
              <a:sym typeface="Poppins SemiBold"/>
            </a:endParaRPr>
          </a:p>
        </p:txBody>
      </p:sp>
      <p:sp>
        <p:nvSpPr>
          <p:cNvPr id="443" name="Google Shape;443;p37"/>
          <p:cNvSpPr/>
          <p:nvPr/>
        </p:nvSpPr>
        <p:spPr>
          <a:xfrm>
            <a:off x="2548950" y="3907363"/>
            <a:ext cx="422700" cy="42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444" name="Google Shape;444;p37"/>
          <p:cNvCxnSpPr>
            <a:stCxn id="443" idx="6"/>
            <a:endCxn id="442" idx="1"/>
          </p:cNvCxnSpPr>
          <p:nvPr/>
        </p:nvCxnSpPr>
        <p:spPr>
          <a:xfrm>
            <a:off x="2971650" y="4118713"/>
            <a:ext cx="623400" cy="0"/>
          </a:xfrm>
          <a:prstGeom prst="straightConnector1">
            <a:avLst/>
          </a:prstGeom>
          <a:noFill/>
          <a:ln cap="flat" cmpd="sng" w="9525">
            <a:solidFill>
              <a:schemeClr val="dk1"/>
            </a:solidFill>
            <a:prstDash val="solid"/>
            <a:round/>
            <a:headEnd len="sm" w="sm" type="none"/>
            <a:tailEnd len="sm" w="sm" type="triangl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 name="Shape 448"/>
        <p:cNvGrpSpPr/>
        <p:nvPr/>
      </p:nvGrpSpPr>
      <p:grpSpPr>
        <a:xfrm>
          <a:off x="0" y="0"/>
          <a:ext cx="0" cy="0"/>
          <a:chOff x="0" y="0"/>
          <a:chExt cx="0" cy="0"/>
        </a:xfrm>
      </p:grpSpPr>
      <p:sp>
        <p:nvSpPr>
          <p:cNvPr id="449" name="Google Shape;449;p38"/>
          <p:cNvSpPr txBox="1"/>
          <p:nvPr/>
        </p:nvSpPr>
        <p:spPr>
          <a:xfrm>
            <a:off x="2645250" y="1323125"/>
            <a:ext cx="3853500" cy="1133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i="1" lang="en">
                <a:latin typeface="Poppins"/>
                <a:ea typeface="Poppins"/>
                <a:cs typeface="Poppins"/>
                <a:sym typeface="Poppins"/>
              </a:rPr>
              <a:t>For </a:t>
            </a:r>
            <a:r>
              <a:rPr lang="en">
                <a:latin typeface="Poppins"/>
                <a:ea typeface="Poppins"/>
                <a:cs typeface="Poppins"/>
                <a:sym typeface="Poppins"/>
              </a:rPr>
              <a:t>loops immediately stop after a certain amount of time, but you have to MAKE SURE that your </a:t>
            </a:r>
            <a:r>
              <a:rPr i="1" lang="en">
                <a:latin typeface="Poppins"/>
                <a:ea typeface="Poppins"/>
                <a:cs typeface="Poppins"/>
                <a:sym typeface="Poppins"/>
              </a:rPr>
              <a:t>while </a:t>
            </a:r>
            <a:r>
              <a:rPr lang="en">
                <a:latin typeface="Poppins"/>
                <a:ea typeface="Poppins"/>
                <a:cs typeface="Poppins"/>
                <a:sym typeface="Poppins"/>
              </a:rPr>
              <a:t>loop finishes</a:t>
            </a:r>
            <a:endParaRPr>
              <a:latin typeface="Poppins"/>
              <a:ea typeface="Poppins"/>
              <a:cs typeface="Poppins"/>
              <a:sym typeface="Poppins"/>
            </a:endParaRPr>
          </a:p>
        </p:txBody>
      </p:sp>
      <p:sp>
        <p:nvSpPr>
          <p:cNvPr id="450" name="Google Shape;450;p38"/>
          <p:cNvSpPr txBox="1"/>
          <p:nvPr>
            <p:ph type="title"/>
          </p:nvPr>
        </p:nvSpPr>
        <p:spPr>
          <a:xfrm>
            <a:off x="1183800" y="3494675"/>
            <a:ext cx="6776400" cy="49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That’s an intro to iteration!</a:t>
            </a:r>
            <a:endParaRPr/>
          </a:p>
        </p:txBody>
      </p:sp>
      <p:sp>
        <p:nvSpPr>
          <p:cNvPr id="451" name="Google Shape;451;p38"/>
          <p:cNvSpPr/>
          <p:nvPr/>
        </p:nvSpPr>
        <p:spPr>
          <a:xfrm>
            <a:off x="828600" y="1678313"/>
            <a:ext cx="422700" cy="42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cxnSp>
        <p:nvCxnSpPr>
          <p:cNvPr id="452" name="Google Shape;452;p38"/>
          <p:cNvCxnSpPr>
            <a:stCxn id="451" idx="6"/>
            <a:endCxn id="449" idx="1"/>
          </p:cNvCxnSpPr>
          <p:nvPr/>
        </p:nvCxnSpPr>
        <p:spPr>
          <a:xfrm>
            <a:off x="1251300" y="1889663"/>
            <a:ext cx="1394100" cy="0"/>
          </a:xfrm>
          <a:prstGeom prst="straightConnector1">
            <a:avLst/>
          </a:prstGeom>
          <a:noFill/>
          <a:ln cap="flat" cmpd="sng" w="9525">
            <a:solidFill>
              <a:schemeClr val="dk1"/>
            </a:solidFill>
            <a:prstDash val="solid"/>
            <a:round/>
            <a:headEnd len="sm" w="sm" type="none"/>
            <a:tailEnd len="sm" w="sm" type="triangle"/>
          </a:ln>
        </p:spPr>
      </p:cxnSp>
      <p:cxnSp>
        <p:nvCxnSpPr>
          <p:cNvPr id="453" name="Google Shape;453;p38"/>
          <p:cNvCxnSpPr>
            <a:stCxn id="451" idx="0"/>
          </p:cNvCxnSpPr>
          <p:nvPr/>
        </p:nvCxnSpPr>
        <p:spPr>
          <a:xfrm rot="10800000">
            <a:off x="1039950" y="264113"/>
            <a:ext cx="0" cy="14142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 name="Shape 457"/>
        <p:cNvGrpSpPr/>
        <p:nvPr/>
      </p:nvGrpSpPr>
      <p:grpSpPr>
        <a:xfrm>
          <a:off x="0" y="0"/>
          <a:ext cx="0" cy="0"/>
          <a:chOff x="0" y="0"/>
          <a:chExt cx="0" cy="0"/>
        </a:xfrm>
      </p:grpSpPr>
      <p:sp>
        <p:nvSpPr>
          <p:cNvPr id="458" name="Google Shape;458;p39"/>
          <p:cNvSpPr txBox="1"/>
          <p:nvPr>
            <p:ph type="title"/>
          </p:nvPr>
        </p:nvSpPr>
        <p:spPr>
          <a:xfrm>
            <a:off x="2262875" y="717850"/>
            <a:ext cx="4618200" cy="95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459" name="Google Shape;459;p39"/>
          <p:cNvSpPr txBox="1"/>
          <p:nvPr>
            <p:ph idx="1" type="subTitle"/>
          </p:nvPr>
        </p:nvSpPr>
        <p:spPr>
          <a:xfrm>
            <a:off x="2262826" y="1598974"/>
            <a:ext cx="46182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Poppins SemiBold"/>
                <a:ea typeface="Poppins SemiBold"/>
                <a:cs typeface="Poppins SemiBold"/>
                <a:sym typeface="Poppins SemiBold"/>
              </a:rPr>
              <a:t>D</a:t>
            </a:r>
            <a:r>
              <a:rPr lang="en">
                <a:latin typeface="Poppins SemiBold"/>
                <a:ea typeface="Poppins SemiBold"/>
                <a:cs typeface="Poppins SemiBold"/>
                <a:sym typeface="Poppins SemiBold"/>
              </a:rPr>
              <a:t>o you have any questions?</a:t>
            </a:r>
            <a:endParaRPr>
              <a:latin typeface="Poppins SemiBold"/>
              <a:ea typeface="Poppins SemiBold"/>
              <a:cs typeface="Poppins SemiBold"/>
              <a:sym typeface="Poppins SemiBold"/>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460" name="Google Shape;460;p39"/>
          <p:cNvSpPr txBox="1"/>
          <p:nvPr/>
        </p:nvSpPr>
        <p:spPr>
          <a:xfrm>
            <a:off x="1837213" y="4063750"/>
            <a:ext cx="54696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oppins"/>
                <a:ea typeface="Poppins"/>
                <a:cs typeface="Poppins"/>
                <a:sym typeface="Poppins"/>
              </a:rPr>
              <a:t>Please keep this slide for attribution</a:t>
            </a:r>
            <a:endParaRPr sz="1200">
              <a:solidFill>
                <a:schemeClr val="dk1"/>
              </a:solidFill>
              <a:latin typeface="Poppins"/>
              <a:ea typeface="Poppins"/>
              <a:cs typeface="Poppins"/>
              <a:sym typeface="Poppins"/>
            </a:endParaRPr>
          </a:p>
        </p:txBody>
      </p:sp>
      <p:sp>
        <p:nvSpPr>
          <p:cNvPr id="461" name="Google Shape;461;p39"/>
          <p:cNvSpPr/>
          <p:nvPr/>
        </p:nvSpPr>
        <p:spPr>
          <a:xfrm>
            <a:off x="3949692" y="2885184"/>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 name="Google Shape;462;p39"/>
          <p:cNvGrpSpPr/>
          <p:nvPr/>
        </p:nvGrpSpPr>
        <p:grpSpPr>
          <a:xfrm>
            <a:off x="4398781" y="2885375"/>
            <a:ext cx="346056" cy="345674"/>
            <a:chOff x="3303268" y="3817349"/>
            <a:chExt cx="346056" cy="345674"/>
          </a:xfrm>
        </p:grpSpPr>
        <p:sp>
          <p:nvSpPr>
            <p:cNvPr id="463" name="Google Shape;463;p3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9"/>
          <p:cNvGrpSpPr/>
          <p:nvPr/>
        </p:nvGrpSpPr>
        <p:grpSpPr>
          <a:xfrm>
            <a:off x="4848253" y="2885375"/>
            <a:ext cx="346056" cy="345674"/>
            <a:chOff x="3752358" y="3817349"/>
            <a:chExt cx="346056" cy="345674"/>
          </a:xfrm>
        </p:grpSpPr>
        <p:sp>
          <p:nvSpPr>
            <p:cNvPr id="468" name="Google Shape;468;p3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 name="Shape 475"/>
        <p:cNvGrpSpPr/>
        <p:nvPr/>
      </p:nvGrpSpPr>
      <p:grpSpPr>
        <a:xfrm>
          <a:off x="0" y="0"/>
          <a:ext cx="0" cy="0"/>
          <a:chOff x="0" y="0"/>
          <a:chExt cx="0" cy="0"/>
        </a:xfrm>
      </p:grpSpPr>
      <p:sp>
        <p:nvSpPr>
          <p:cNvPr id="476" name="Google Shape;476;p40"/>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477" name="Google Shape;477;p40"/>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0"/>
              </a:spcBef>
              <a:spcAft>
                <a:spcPts val="0"/>
              </a:spcAft>
              <a:buNone/>
            </a:pPr>
            <a:r>
              <a:rPr lang="en">
                <a:latin typeface="Poppins SemiBold"/>
                <a:ea typeface="Poppins SemiBold"/>
                <a:cs typeface="Poppins SemiBold"/>
                <a:sym typeface="Poppins SemiBold"/>
              </a:rPr>
              <a:t>Vectors</a:t>
            </a:r>
            <a:r>
              <a:rPr lang="en">
                <a:latin typeface="Poppins SemiBold"/>
                <a:ea typeface="Poppins SemiBold"/>
                <a:cs typeface="Poppins SemiBold"/>
                <a:sym typeface="Poppins SemiBold"/>
              </a:rPr>
              <a:t>:</a:t>
            </a:r>
            <a:endParaRPr>
              <a:latin typeface="Poppins SemiBold"/>
              <a:ea typeface="Poppins SemiBold"/>
              <a:cs typeface="Poppins SemiBold"/>
              <a:sym typeface="Poppins SemiBold"/>
            </a:endParaRPr>
          </a:p>
          <a:p>
            <a:pPr indent="-317500" lvl="0" marL="457200" rtl="0" algn="l">
              <a:spcBef>
                <a:spcPts val="0"/>
              </a:spcBef>
              <a:spcAft>
                <a:spcPts val="0"/>
              </a:spcAft>
              <a:buSzPts val="1400"/>
              <a:buFont typeface="Poppins"/>
              <a:buChar char="●"/>
            </a:pPr>
            <a:r>
              <a:rPr lang="en" u="sng">
                <a:solidFill>
                  <a:schemeClr val="hlink"/>
                </a:solidFill>
                <a:hlinkClick r:id="rId3"/>
              </a:rPr>
              <a:t>Free vector geometric background concept</a:t>
            </a:r>
            <a:endParaRPr/>
          </a:p>
        </p:txBody>
      </p:sp>
      <p:grpSp>
        <p:nvGrpSpPr>
          <p:cNvPr id="478" name="Google Shape;478;p40"/>
          <p:cNvGrpSpPr/>
          <p:nvPr/>
        </p:nvGrpSpPr>
        <p:grpSpPr>
          <a:xfrm>
            <a:off x="1397791" y="2855282"/>
            <a:ext cx="2303157" cy="1005437"/>
            <a:chOff x="1823925" y="2970300"/>
            <a:chExt cx="1810800" cy="790500"/>
          </a:xfrm>
        </p:grpSpPr>
        <p:sp>
          <p:nvSpPr>
            <p:cNvPr id="479" name="Google Shape;479;p40"/>
            <p:cNvSpPr/>
            <p:nvPr/>
          </p:nvSpPr>
          <p:spPr>
            <a:xfrm>
              <a:off x="1823925" y="2970300"/>
              <a:ext cx="1810800" cy="7905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0" name="Google Shape;480;p40"/>
            <p:cNvSpPr/>
            <p:nvPr/>
          </p:nvSpPr>
          <p:spPr>
            <a:xfrm>
              <a:off x="1891479" y="3026362"/>
              <a:ext cx="1675500" cy="6783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1" name="Google Shape;481;p40"/>
            <p:cNvSpPr/>
            <p:nvPr/>
          </p:nvSpPr>
          <p:spPr>
            <a:xfrm>
              <a:off x="1959137" y="3091924"/>
              <a:ext cx="1540200" cy="5475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2" name="Google Shape;482;p40"/>
            <p:cNvSpPr/>
            <p:nvPr/>
          </p:nvSpPr>
          <p:spPr>
            <a:xfrm>
              <a:off x="2026601" y="3159481"/>
              <a:ext cx="1405200" cy="4122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3" name="Google Shape;483;p40"/>
            <p:cNvSpPr/>
            <p:nvPr/>
          </p:nvSpPr>
          <p:spPr>
            <a:xfrm>
              <a:off x="2097941" y="3228529"/>
              <a:ext cx="1262400" cy="2742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grpSp>
        <p:nvGrpSpPr>
          <p:cNvPr id="484" name="Google Shape;484;p40"/>
          <p:cNvGrpSpPr/>
          <p:nvPr/>
        </p:nvGrpSpPr>
        <p:grpSpPr>
          <a:xfrm>
            <a:off x="4156934" y="2593750"/>
            <a:ext cx="1528500" cy="1528500"/>
            <a:chOff x="9423625" y="1898175"/>
            <a:chExt cx="1528500" cy="1528500"/>
          </a:xfrm>
        </p:grpSpPr>
        <p:sp>
          <p:nvSpPr>
            <p:cNvPr id="485" name="Google Shape;485;p40"/>
            <p:cNvSpPr/>
            <p:nvPr/>
          </p:nvSpPr>
          <p:spPr>
            <a:xfrm>
              <a:off x="9885162" y="2359712"/>
              <a:ext cx="605100" cy="605100"/>
            </a:xfrm>
            <a:prstGeom prst="ellipse">
              <a:avLst/>
            </a:prstGeom>
            <a:noFill/>
            <a:ln cap="flat" cmpd="sng" w="9525">
              <a:solidFill>
                <a:schemeClr val="dk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6" name="Google Shape;486;p40"/>
            <p:cNvSpPr/>
            <p:nvPr/>
          </p:nvSpPr>
          <p:spPr>
            <a:xfrm>
              <a:off x="9752480" y="2227030"/>
              <a:ext cx="870300" cy="870300"/>
            </a:xfrm>
            <a:prstGeom prst="ellipse">
              <a:avLst/>
            </a:prstGeom>
            <a:noFill/>
            <a:ln cap="flat" cmpd="sng" w="9525">
              <a:solidFill>
                <a:schemeClr val="dk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7" name="Google Shape;487;p40"/>
            <p:cNvSpPr/>
            <p:nvPr/>
          </p:nvSpPr>
          <p:spPr>
            <a:xfrm>
              <a:off x="9595861" y="2070411"/>
              <a:ext cx="1183800" cy="1183800"/>
            </a:xfrm>
            <a:prstGeom prst="ellipse">
              <a:avLst/>
            </a:prstGeom>
            <a:noFill/>
            <a:ln cap="flat" cmpd="sng" w="9525">
              <a:solidFill>
                <a:schemeClr val="dk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8" name="Google Shape;488;p40"/>
            <p:cNvSpPr/>
            <p:nvPr/>
          </p:nvSpPr>
          <p:spPr>
            <a:xfrm>
              <a:off x="9423625" y="1898175"/>
              <a:ext cx="1528500" cy="1528500"/>
            </a:xfrm>
            <a:prstGeom prst="ellipse">
              <a:avLst/>
            </a:prstGeom>
            <a:noFill/>
            <a:ln cap="flat" cmpd="sng" w="9525">
              <a:solidFill>
                <a:schemeClr val="dk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89" name="Google Shape;489;p40"/>
            <p:cNvSpPr/>
            <p:nvPr/>
          </p:nvSpPr>
          <p:spPr>
            <a:xfrm>
              <a:off x="10035800" y="2510350"/>
              <a:ext cx="303600" cy="303600"/>
            </a:xfrm>
            <a:prstGeom prst="ellipse">
              <a:avLst/>
            </a:prstGeom>
            <a:noFill/>
            <a:ln cap="flat" cmpd="sng" w="9525">
              <a:solidFill>
                <a:schemeClr val="dk1"/>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grpSp>
        <p:nvGrpSpPr>
          <p:cNvPr id="490" name="Google Shape;490;p40"/>
          <p:cNvGrpSpPr/>
          <p:nvPr/>
        </p:nvGrpSpPr>
        <p:grpSpPr>
          <a:xfrm>
            <a:off x="6141422" y="2593750"/>
            <a:ext cx="1604788" cy="1528500"/>
            <a:chOff x="5754087" y="2355625"/>
            <a:chExt cx="1604788" cy="1528500"/>
          </a:xfrm>
        </p:grpSpPr>
        <p:sp>
          <p:nvSpPr>
            <p:cNvPr id="491" name="Google Shape;491;p40"/>
            <p:cNvSpPr/>
            <p:nvPr/>
          </p:nvSpPr>
          <p:spPr>
            <a:xfrm>
              <a:off x="5830375" y="2355625"/>
              <a:ext cx="1528500" cy="1528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sp>
          <p:nvSpPr>
            <p:cNvPr id="492" name="Google Shape;492;p40"/>
            <p:cNvSpPr/>
            <p:nvPr/>
          </p:nvSpPr>
          <p:spPr>
            <a:xfrm rot="582795">
              <a:off x="5767334" y="2836269"/>
              <a:ext cx="202706" cy="175579"/>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a:ea typeface="Poppins"/>
                <a:cs typeface="Poppins"/>
                <a:sym typeface="Poppins"/>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 name="Shape 496"/>
        <p:cNvGrpSpPr/>
        <p:nvPr/>
      </p:nvGrpSpPr>
      <p:grpSpPr>
        <a:xfrm>
          <a:off x="0" y="0"/>
          <a:ext cx="0" cy="0"/>
          <a:chOff x="0" y="0"/>
          <a:chExt cx="0" cy="0"/>
        </a:xfrm>
      </p:grpSpPr>
      <p:sp>
        <p:nvSpPr>
          <p:cNvPr id="497" name="Google Shape;497;p41"/>
          <p:cNvSpPr txBox="1"/>
          <p:nvPr>
            <p:ph type="title"/>
          </p:nvPr>
        </p:nvSpPr>
        <p:spPr>
          <a:xfrm>
            <a:off x="720000" y="42897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498" name="Google Shape;498;p41"/>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0"/>
              </a:spcBef>
              <a:spcAft>
                <a:spcPts val="0"/>
              </a:spcAft>
              <a:buNone/>
            </a:pPr>
            <a:r>
              <a:rPr lang="en">
                <a:latin typeface="Poppins SemiBold"/>
                <a:ea typeface="Poppins SemiBold"/>
                <a:cs typeface="Poppins SemiBold"/>
                <a:sym typeface="Poppins SemiBold"/>
              </a:rPr>
              <a:t>Vectors:</a:t>
            </a:r>
            <a:endParaRPr>
              <a:latin typeface="Poppins SemiBold"/>
              <a:ea typeface="Poppins SemiBold"/>
              <a:cs typeface="Poppins SemiBold"/>
              <a:sym typeface="Poppins SemiBold"/>
            </a:endParaRPr>
          </a:p>
          <a:p>
            <a:pPr indent="-317500" lvl="0" marL="457200" rtl="0" algn="l">
              <a:spcBef>
                <a:spcPts val="0"/>
              </a:spcBef>
              <a:spcAft>
                <a:spcPts val="0"/>
              </a:spcAft>
              <a:buSzPts val="1400"/>
              <a:buFont typeface="Poppins"/>
              <a:buChar char="●"/>
            </a:pPr>
            <a:r>
              <a:rPr lang="en" u="sng">
                <a:hlinkClick r:id="rId3"/>
              </a:rPr>
              <a:t>Free vector geometric shapes background in flat design</a:t>
            </a:r>
            <a:endParaRPr u="sng"/>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2" name="Shape 502"/>
        <p:cNvGrpSpPr/>
        <p:nvPr/>
      </p:nvGrpSpPr>
      <p:grpSpPr>
        <a:xfrm>
          <a:off x="0" y="0"/>
          <a:ext cx="0" cy="0"/>
          <a:chOff x="0" y="0"/>
          <a:chExt cx="0" cy="0"/>
        </a:xfrm>
      </p:grpSpPr>
      <p:sp>
        <p:nvSpPr>
          <p:cNvPr id="503" name="Google Shape;503;p4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04" name="Google Shape;504;p4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8" name="Shape 508"/>
        <p:cNvGrpSpPr/>
        <p:nvPr/>
      </p:nvGrpSpPr>
      <p:grpSpPr>
        <a:xfrm>
          <a:off x="0" y="0"/>
          <a:ext cx="0" cy="0"/>
          <a:chOff x="0" y="0"/>
          <a:chExt cx="0" cy="0"/>
        </a:xfrm>
      </p:grpSpPr>
      <p:sp>
        <p:nvSpPr>
          <p:cNvPr id="509" name="Google Shape;509;p4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10" name="Google Shape;510;p4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 name="Shape 514"/>
        <p:cNvGrpSpPr/>
        <p:nvPr/>
      </p:nvGrpSpPr>
      <p:grpSpPr>
        <a:xfrm>
          <a:off x="0" y="0"/>
          <a:ext cx="0" cy="0"/>
          <a:chOff x="0" y="0"/>
          <a:chExt cx="0" cy="0"/>
        </a:xfrm>
      </p:grpSpPr>
      <p:sp>
        <p:nvSpPr>
          <p:cNvPr id="515" name="Google Shape;515;p44"/>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Syne Bold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u="sng">
                <a:solidFill>
                  <a:schemeClr val="lt1"/>
                </a:solidFill>
                <a:hlinkClick r:id="rId3">
                  <a:extLst>
                    <a:ext uri="{A12FA001-AC4F-418D-AE19-62706E023703}">
                      <ahyp:hlinkClr val="tx"/>
                    </a:ext>
                  </a:extLst>
                </a:hlinkClick>
              </a:rPr>
              <a:t>(https://fonts.google.com/specimen/Syne)</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Poppins Regular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u="sng">
                <a:solidFill>
                  <a:schemeClr val="lt1"/>
                </a:solidFill>
                <a:hlinkClick r:id="rId4">
                  <a:extLst>
                    <a:ext uri="{A12FA001-AC4F-418D-AE19-62706E023703}">
                      <ahyp:hlinkClr val="tx"/>
                    </a:ext>
                  </a:extLst>
                </a:hlinkClick>
              </a:rPr>
              <a:t>(https://fonts.google.com/specimen/Poppins)</a:t>
            </a:r>
            <a:endParaRPr sz="1100">
              <a:solidFill>
                <a:schemeClr val="lt1"/>
              </a:solidFill>
            </a:endParaRPr>
          </a:p>
        </p:txBody>
      </p:sp>
      <p:sp>
        <p:nvSpPr>
          <p:cNvPr id="516" name="Google Shape;516;p44"/>
          <p:cNvSpPr/>
          <p:nvPr/>
        </p:nvSpPr>
        <p:spPr>
          <a:xfrm>
            <a:off x="2583551" y="3512525"/>
            <a:ext cx="791400" cy="754200"/>
          </a:xfrm>
          <a:prstGeom prst="roundRect">
            <a:avLst>
              <a:gd fmla="val 16667" name="adj"/>
            </a:avLst>
          </a:prstGeom>
          <a:solidFill>
            <a:srgbClr val="2424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4"/>
          <p:cNvSpPr/>
          <p:nvPr/>
        </p:nvSpPr>
        <p:spPr>
          <a:xfrm>
            <a:off x="3645371" y="351252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4"/>
          <p:cNvSpPr/>
          <p:nvPr/>
        </p:nvSpPr>
        <p:spPr>
          <a:xfrm>
            <a:off x="4707213" y="3512525"/>
            <a:ext cx="791400" cy="754200"/>
          </a:xfrm>
          <a:prstGeom prst="roundRect">
            <a:avLst>
              <a:gd fmla="val 16667" name="adj"/>
            </a:avLst>
          </a:prstGeom>
          <a:solidFill>
            <a:srgbClr val="E496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4"/>
          <p:cNvSpPr txBox="1"/>
          <p:nvPr/>
        </p:nvSpPr>
        <p:spPr>
          <a:xfrm>
            <a:off x="2583551" y="36695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#242424</a:t>
            </a:r>
            <a:endParaRPr sz="1000">
              <a:solidFill>
                <a:srgbClr val="FFFFFF"/>
              </a:solidFill>
            </a:endParaRPr>
          </a:p>
        </p:txBody>
      </p:sp>
      <p:sp>
        <p:nvSpPr>
          <p:cNvPr id="520" name="Google Shape;520;p44"/>
          <p:cNvSpPr txBox="1"/>
          <p:nvPr/>
        </p:nvSpPr>
        <p:spPr>
          <a:xfrm>
            <a:off x="3645376" y="36695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521" name="Google Shape;521;p44"/>
          <p:cNvSpPr txBox="1"/>
          <p:nvPr/>
        </p:nvSpPr>
        <p:spPr>
          <a:xfrm>
            <a:off x="4707224" y="36695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#e496ce</a:t>
            </a:r>
            <a:endParaRPr sz="1000">
              <a:solidFill>
                <a:schemeClr val="lt1"/>
              </a:solidFill>
            </a:endParaRPr>
          </a:p>
        </p:txBody>
      </p:sp>
      <p:sp>
        <p:nvSpPr>
          <p:cNvPr id="522" name="Google Shape;522;p44"/>
          <p:cNvSpPr/>
          <p:nvPr/>
        </p:nvSpPr>
        <p:spPr>
          <a:xfrm>
            <a:off x="5769049" y="3512525"/>
            <a:ext cx="791400" cy="754200"/>
          </a:xfrm>
          <a:prstGeom prst="roundRect">
            <a:avLst>
              <a:gd fmla="val 16667" name="adj"/>
            </a:avLst>
          </a:prstGeom>
          <a:solidFill>
            <a:srgbClr val="E449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4"/>
          <p:cNvSpPr txBox="1"/>
          <p:nvPr/>
        </p:nvSpPr>
        <p:spPr>
          <a:xfrm>
            <a:off x="5769049" y="36695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#e44949</a:t>
            </a:r>
            <a:endParaRPr sz="1000">
              <a:solidFill>
                <a:srgbClr val="FFFFFF"/>
              </a:solidFill>
            </a:endParaRPr>
          </a:p>
        </p:txBody>
      </p:sp>
      <p:sp>
        <p:nvSpPr>
          <p:cNvPr id="524" name="Google Shape;524;p4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8" name="Shape 528"/>
        <p:cNvGrpSpPr/>
        <p:nvPr/>
      </p:nvGrpSpPr>
      <p:grpSpPr>
        <a:xfrm>
          <a:off x="0" y="0"/>
          <a:ext cx="0" cy="0"/>
          <a:chOff x="0" y="0"/>
          <a:chExt cx="0" cy="0"/>
        </a:xfrm>
      </p:grpSpPr>
      <p:sp>
        <p:nvSpPr>
          <p:cNvPr id="529" name="Google Shape;529;p45"/>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30" name="Google Shape;530;p4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31" name="Google Shape;531;p45"/>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532" name="Google Shape;532;p4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33" name="Google Shape;533;p4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34" name="Google Shape;534;p4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35" name="Google Shape;535;p4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36" name="Google Shape;536;p4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537" name="Google Shape;537;p45"/>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538" name="Google Shape;538;p45"/>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539" name="Google Shape;539;p45"/>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540" name="Google Shape;540;p4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4" name="Shape 544"/>
        <p:cNvGrpSpPr/>
        <p:nvPr/>
      </p:nvGrpSpPr>
      <p:grpSpPr>
        <a:xfrm>
          <a:off x="0" y="0"/>
          <a:ext cx="0" cy="0"/>
          <a:chOff x="0" y="0"/>
          <a:chExt cx="0" cy="0"/>
        </a:xfrm>
      </p:grpSpPr>
      <p:sp>
        <p:nvSpPr>
          <p:cNvPr id="545" name="Google Shape;545;p46"/>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546" name="Google Shape;546;p46"/>
          <p:cNvGrpSpPr/>
          <p:nvPr/>
        </p:nvGrpSpPr>
        <p:grpSpPr>
          <a:xfrm>
            <a:off x="5117640" y="3085736"/>
            <a:ext cx="474294" cy="551291"/>
            <a:chOff x="4727025" y="1332775"/>
            <a:chExt cx="59900" cy="69625"/>
          </a:xfrm>
        </p:grpSpPr>
        <p:sp>
          <p:nvSpPr>
            <p:cNvPr id="547" name="Google Shape;547;p4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46"/>
          <p:cNvGrpSpPr/>
          <p:nvPr/>
        </p:nvGrpSpPr>
        <p:grpSpPr>
          <a:xfrm>
            <a:off x="5731296" y="2314340"/>
            <a:ext cx="555653" cy="557031"/>
            <a:chOff x="4820425" y="1329900"/>
            <a:chExt cx="70175" cy="70350"/>
          </a:xfrm>
        </p:grpSpPr>
        <p:sp>
          <p:nvSpPr>
            <p:cNvPr id="550" name="Google Shape;550;p4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 name="Google Shape;554;p46"/>
          <p:cNvGrpSpPr/>
          <p:nvPr/>
        </p:nvGrpSpPr>
        <p:grpSpPr>
          <a:xfrm>
            <a:off x="6357664" y="2318845"/>
            <a:ext cx="582574" cy="533871"/>
            <a:chOff x="4903200" y="1331525"/>
            <a:chExt cx="73575" cy="67425"/>
          </a:xfrm>
        </p:grpSpPr>
        <p:sp>
          <p:nvSpPr>
            <p:cNvPr id="555" name="Google Shape;555;p4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 name="Google Shape;557;p46"/>
          <p:cNvGrpSpPr/>
          <p:nvPr/>
        </p:nvGrpSpPr>
        <p:grpSpPr>
          <a:xfrm>
            <a:off x="5717142" y="3078709"/>
            <a:ext cx="583960" cy="565345"/>
            <a:chOff x="4815575" y="1416800"/>
            <a:chExt cx="73750" cy="71400"/>
          </a:xfrm>
        </p:grpSpPr>
        <p:sp>
          <p:nvSpPr>
            <p:cNvPr id="558" name="Google Shape;558;p4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46"/>
          <p:cNvGrpSpPr/>
          <p:nvPr/>
        </p:nvGrpSpPr>
        <p:grpSpPr>
          <a:xfrm>
            <a:off x="6351924" y="3108896"/>
            <a:ext cx="589898" cy="504970"/>
            <a:chOff x="4902475" y="1418875"/>
            <a:chExt cx="74500" cy="63775"/>
          </a:xfrm>
        </p:grpSpPr>
        <p:sp>
          <p:nvSpPr>
            <p:cNvPr id="562" name="Google Shape;562;p4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46"/>
          <p:cNvGrpSpPr/>
          <p:nvPr/>
        </p:nvGrpSpPr>
        <p:grpSpPr>
          <a:xfrm>
            <a:off x="5727139" y="3826000"/>
            <a:ext cx="563967" cy="567127"/>
            <a:chOff x="4818100" y="1507675"/>
            <a:chExt cx="71225" cy="71625"/>
          </a:xfrm>
        </p:grpSpPr>
        <p:sp>
          <p:nvSpPr>
            <p:cNvPr id="565" name="Google Shape;565;p4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46"/>
          <p:cNvGrpSpPr/>
          <p:nvPr/>
        </p:nvGrpSpPr>
        <p:grpSpPr>
          <a:xfrm>
            <a:off x="5040636" y="3829461"/>
            <a:ext cx="628301" cy="588505"/>
            <a:chOff x="4721450" y="1509475"/>
            <a:chExt cx="79350" cy="74325"/>
          </a:xfrm>
        </p:grpSpPr>
        <p:sp>
          <p:nvSpPr>
            <p:cNvPr id="570" name="Google Shape;570;p4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46"/>
          <p:cNvGrpSpPr/>
          <p:nvPr/>
        </p:nvGrpSpPr>
        <p:grpSpPr>
          <a:xfrm>
            <a:off x="6386170" y="3814027"/>
            <a:ext cx="557038" cy="562772"/>
            <a:chOff x="4906800" y="1507500"/>
            <a:chExt cx="70350" cy="71075"/>
          </a:xfrm>
        </p:grpSpPr>
        <p:sp>
          <p:nvSpPr>
            <p:cNvPr id="575" name="Google Shape;575;p4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46"/>
          <p:cNvGrpSpPr/>
          <p:nvPr/>
        </p:nvGrpSpPr>
        <p:grpSpPr>
          <a:xfrm>
            <a:off x="4423778" y="2340963"/>
            <a:ext cx="517934" cy="517934"/>
            <a:chOff x="3736598" y="2170606"/>
            <a:chExt cx="404889" cy="404889"/>
          </a:xfrm>
        </p:grpSpPr>
        <p:sp>
          <p:nvSpPr>
            <p:cNvPr id="581" name="Google Shape;581;p4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46"/>
          <p:cNvGrpSpPr/>
          <p:nvPr/>
        </p:nvGrpSpPr>
        <p:grpSpPr>
          <a:xfrm>
            <a:off x="3690839" y="2341061"/>
            <a:ext cx="586986" cy="517740"/>
            <a:chOff x="3161917" y="2170682"/>
            <a:chExt cx="458870" cy="404737"/>
          </a:xfrm>
        </p:grpSpPr>
        <p:sp>
          <p:nvSpPr>
            <p:cNvPr id="586" name="Google Shape;586;p4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 name="Google Shape;589;p46"/>
          <p:cNvGrpSpPr/>
          <p:nvPr/>
        </p:nvGrpSpPr>
        <p:grpSpPr>
          <a:xfrm>
            <a:off x="3713860" y="3102400"/>
            <a:ext cx="540943" cy="517963"/>
            <a:chOff x="3179914" y="2889488"/>
            <a:chExt cx="422876" cy="404911"/>
          </a:xfrm>
        </p:grpSpPr>
        <p:sp>
          <p:nvSpPr>
            <p:cNvPr id="590" name="Google Shape;590;p4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46"/>
          <p:cNvGrpSpPr/>
          <p:nvPr/>
        </p:nvGrpSpPr>
        <p:grpSpPr>
          <a:xfrm>
            <a:off x="4414654" y="3102358"/>
            <a:ext cx="536180" cy="518047"/>
            <a:chOff x="3729467" y="2889422"/>
            <a:chExt cx="419153" cy="404977"/>
          </a:xfrm>
        </p:grpSpPr>
        <p:sp>
          <p:nvSpPr>
            <p:cNvPr id="597" name="Google Shape;597;p4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46"/>
          <p:cNvGrpSpPr/>
          <p:nvPr/>
        </p:nvGrpSpPr>
        <p:grpSpPr>
          <a:xfrm>
            <a:off x="1951688" y="3445787"/>
            <a:ext cx="965351" cy="134611"/>
            <a:chOff x="4411970" y="2962952"/>
            <a:chExt cx="706544" cy="104212"/>
          </a:xfrm>
        </p:grpSpPr>
        <p:sp>
          <p:nvSpPr>
            <p:cNvPr id="605" name="Google Shape;605;p4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 name="Google Shape;609;p46"/>
          <p:cNvGrpSpPr/>
          <p:nvPr/>
        </p:nvGrpSpPr>
        <p:grpSpPr>
          <a:xfrm>
            <a:off x="1951688" y="3041077"/>
            <a:ext cx="960158" cy="289172"/>
            <a:chOff x="4411970" y="2726085"/>
            <a:chExt cx="643107" cy="193659"/>
          </a:xfrm>
        </p:grpSpPr>
        <p:sp>
          <p:nvSpPr>
            <p:cNvPr id="610" name="Google Shape;610;p4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46"/>
          <p:cNvGrpSpPr/>
          <p:nvPr/>
        </p:nvGrpSpPr>
        <p:grpSpPr>
          <a:xfrm>
            <a:off x="960185" y="3295400"/>
            <a:ext cx="811503" cy="252584"/>
            <a:chOff x="4411970" y="4340222"/>
            <a:chExt cx="779467" cy="242683"/>
          </a:xfrm>
        </p:grpSpPr>
        <p:sp>
          <p:nvSpPr>
            <p:cNvPr id="614" name="Google Shape;614;p4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46"/>
          <p:cNvGrpSpPr/>
          <p:nvPr/>
        </p:nvGrpSpPr>
        <p:grpSpPr>
          <a:xfrm>
            <a:off x="1951688" y="2709308"/>
            <a:ext cx="965160" cy="216230"/>
            <a:chOff x="4411970" y="2468674"/>
            <a:chExt cx="747317" cy="167425"/>
          </a:xfrm>
        </p:grpSpPr>
        <p:sp>
          <p:nvSpPr>
            <p:cNvPr id="618" name="Google Shape;618;p4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 name="Google Shape;620;p46"/>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 name="Google Shape;621;p46"/>
          <p:cNvGrpSpPr/>
          <p:nvPr/>
        </p:nvGrpSpPr>
        <p:grpSpPr>
          <a:xfrm>
            <a:off x="959254" y="2334687"/>
            <a:ext cx="1959041" cy="208784"/>
            <a:chOff x="6336019" y="3733725"/>
            <a:chExt cx="2566206" cy="351310"/>
          </a:xfrm>
        </p:grpSpPr>
        <p:sp>
          <p:nvSpPr>
            <p:cNvPr id="622" name="Google Shape;622;p4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46"/>
          <p:cNvGrpSpPr/>
          <p:nvPr/>
        </p:nvGrpSpPr>
        <p:grpSpPr>
          <a:xfrm>
            <a:off x="1951688" y="3950602"/>
            <a:ext cx="946551" cy="153200"/>
            <a:chOff x="4404545" y="3301592"/>
            <a:chExt cx="782403" cy="129272"/>
          </a:xfrm>
        </p:grpSpPr>
        <p:sp>
          <p:nvSpPr>
            <p:cNvPr id="627" name="Google Shape;627;p4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46"/>
          <p:cNvGrpSpPr/>
          <p:nvPr/>
        </p:nvGrpSpPr>
        <p:grpSpPr>
          <a:xfrm>
            <a:off x="1951688" y="3695937"/>
            <a:ext cx="962257" cy="139127"/>
            <a:chOff x="4411970" y="3131459"/>
            <a:chExt cx="710520" cy="117397"/>
          </a:xfrm>
        </p:grpSpPr>
        <p:sp>
          <p:nvSpPr>
            <p:cNvPr id="630" name="Google Shape;630;p4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32" name="Google Shape;632;p46"/>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46"/>
          <p:cNvGrpSpPr/>
          <p:nvPr/>
        </p:nvGrpSpPr>
        <p:grpSpPr>
          <a:xfrm>
            <a:off x="951833" y="3621603"/>
            <a:ext cx="823838" cy="458988"/>
            <a:chOff x="4411970" y="1801825"/>
            <a:chExt cx="734586" cy="409262"/>
          </a:xfrm>
        </p:grpSpPr>
        <p:sp>
          <p:nvSpPr>
            <p:cNvPr id="634" name="Google Shape;634;p4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46"/>
          <p:cNvGrpSpPr/>
          <p:nvPr/>
        </p:nvGrpSpPr>
        <p:grpSpPr>
          <a:xfrm>
            <a:off x="3056804" y="2339173"/>
            <a:ext cx="521514" cy="521514"/>
            <a:chOff x="5681300" y="2527788"/>
            <a:chExt cx="805800" cy="805800"/>
          </a:xfrm>
        </p:grpSpPr>
        <p:sp>
          <p:nvSpPr>
            <p:cNvPr id="637" name="Google Shape;637;p4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46"/>
          <p:cNvGrpSpPr/>
          <p:nvPr/>
        </p:nvGrpSpPr>
        <p:grpSpPr>
          <a:xfrm>
            <a:off x="3051044" y="3094865"/>
            <a:ext cx="533033" cy="533033"/>
            <a:chOff x="4049800" y="640400"/>
            <a:chExt cx="858900" cy="858900"/>
          </a:xfrm>
        </p:grpSpPr>
        <p:sp>
          <p:nvSpPr>
            <p:cNvPr id="640" name="Google Shape;640;p4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46"/>
          <p:cNvGrpSpPr/>
          <p:nvPr/>
        </p:nvGrpSpPr>
        <p:grpSpPr>
          <a:xfrm>
            <a:off x="2976527" y="3772543"/>
            <a:ext cx="682068" cy="682068"/>
            <a:chOff x="5080188" y="927900"/>
            <a:chExt cx="961200" cy="961200"/>
          </a:xfrm>
        </p:grpSpPr>
        <p:sp>
          <p:nvSpPr>
            <p:cNvPr id="643" name="Google Shape;643;p4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46"/>
          <p:cNvGrpSpPr/>
          <p:nvPr/>
        </p:nvGrpSpPr>
        <p:grpSpPr>
          <a:xfrm>
            <a:off x="4440026" y="3869234"/>
            <a:ext cx="505650" cy="504006"/>
            <a:chOff x="6039282" y="1042577"/>
            <a:chExt cx="734315" cy="731929"/>
          </a:xfrm>
        </p:grpSpPr>
        <p:sp>
          <p:nvSpPr>
            <p:cNvPr id="652" name="Google Shape;652;p4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46"/>
          <p:cNvGrpSpPr/>
          <p:nvPr/>
        </p:nvGrpSpPr>
        <p:grpSpPr>
          <a:xfrm>
            <a:off x="5052628" y="2298862"/>
            <a:ext cx="567744" cy="602136"/>
            <a:chOff x="1825800" y="1651625"/>
            <a:chExt cx="539989" cy="571775"/>
          </a:xfrm>
        </p:grpSpPr>
        <p:sp>
          <p:nvSpPr>
            <p:cNvPr id="674" name="Google Shape;674;p4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46"/>
          <p:cNvGrpSpPr/>
          <p:nvPr/>
        </p:nvGrpSpPr>
        <p:grpSpPr>
          <a:xfrm>
            <a:off x="3727557" y="3855579"/>
            <a:ext cx="508123" cy="507955"/>
            <a:chOff x="1897577" y="2802432"/>
            <a:chExt cx="492176" cy="492014"/>
          </a:xfrm>
        </p:grpSpPr>
        <p:sp>
          <p:nvSpPr>
            <p:cNvPr id="679" name="Google Shape;679;p4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46"/>
          <p:cNvGrpSpPr/>
          <p:nvPr/>
        </p:nvGrpSpPr>
        <p:grpSpPr>
          <a:xfrm>
            <a:off x="959087" y="4169123"/>
            <a:ext cx="809227" cy="200842"/>
            <a:chOff x="2013045" y="4813233"/>
            <a:chExt cx="921986" cy="228854"/>
          </a:xfrm>
        </p:grpSpPr>
        <p:sp>
          <p:nvSpPr>
            <p:cNvPr id="692" name="Google Shape;692;p4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46"/>
          <p:cNvGrpSpPr/>
          <p:nvPr/>
        </p:nvGrpSpPr>
        <p:grpSpPr>
          <a:xfrm>
            <a:off x="967547" y="2656004"/>
            <a:ext cx="792421" cy="269941"/>
            <a:chOff x="1046767" y="4756633"/>
            <a:chExt cx="859646" cy="292841"/>
          </a:xfrm>
        </p:grpSpPr>
        <p:sp>
          <p:nvSpPr>
            <p:cNvPr id="695" name="Google Shape;695;p4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 name="Google Shape;698;p46"/>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6"/>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6"/>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6"/>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 name="Google Shape;702;p46"/>
          <p:cNvGrpSpPr/>
          <p:nvPr/>
        </p:nvGrpSpPr>
        <p:grpSpPr>
          <a:xfrm>
            <a:off x="7103403" y="2550562"/>
            <a:ext cx="166473" cy="141497"/>
            <a:chOff x="4660325" y="1866850"/>
            <a:chExt cx="68350" cy="58100"/>
          </a:xfrm>
        </p:grpSpPr>
        <p:sp>
          <p:nvSpPr>
            <p:cNvPr id="703" name="Google Shape;703;p4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46"/>
          <p:cNvGrpSpPr/>
          <p:nvPr/>
        </p:nvGrpSpPr>
        <p:grpSpPr>
          <a:xfrm>
            <a:off x="7412747" y="2576286"/>
            <a:ext cx="162515" cy="90049"/>
            <a:chOff x="4791775" y="1877500"/>
            <a:chExt cx="66725" cy="36975"/>
          </a:xfrm>
        </p:grpSpPr>
        <p:sp>
          <p:nvSpPr>
            <p:cNvPr id="706" name="Google Shape;706;p4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46"/>
          <p:cNvGrpSpPr/>
          <p:nvPr/>
        </p:nvGrpSpPr>
        <p:grpSpPr>
          <a:xfrm>
            <a:off x="7734460" y="2576286"/>
            <a:ext cx="144979" cy="90049"/>
            <a:chOff x="4923925" y="1877500"/>
            <a:chExt cx="59525" cy="36975"/>
          </a:xfrm>
        </p:grpSpPr>
        <p:sp>
          <p:nvSpPr>
            <p:cNvPr id="709" name="Google Shape;709;p4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46"/>
          <p:cNvGrpSpPr/>
          <p:nvPr/>
        </p:nvGrpSpPr>
        <p:grpSpPr>
          <a:xfrm>
            <a:off x="8028952" y="2558477"/>
            <a:ext cx="141447" cy="125667"/>
            <a:chOff x="5058450" y="1870100"/>
            <a:chExt cx="58075" cy="51600"/>
          </a:xfrm>
        </p:grpSpPr>
        <p:sp>
          <p:nvSpPr>
            <p:cNvPr id="712" name="Google Shape;712;p4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46"/>
          <p:cNvGrpSpPr/>
          <p:nvPr/>
        </p:nvGrpSpPr>
        <p:grpSpPr>
          <a:xfrm>
            <a:off x="7443466" y="2980885"/>
            <a:ext cx="101077" cy="107645"/>
            <a:chOff x="4811425" y="2065025"/>
            <a:chExt cx="41500" cy="44200"/>
          </a:xfrm>
        </p:grpSpPr>
        <p:sp>
          <p:nvSpPr>
            <p:cNvPr id="715" name="Google Shape;715;p4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46"/>
          <p:cNvGrpSpPr/>
          <p:nvPr/>
        </p:nvGrpSpPr>
        <p:grpSpPr>
          <a:xfrm>
            <a:off x="7735904" y="2981098"/>
            <a:ext cx="120867" cy="107218"/>
            <a:chOff x="4929875" y="2065025"/>
            <a:chExt cx="49625" cy="44025"/>
          </a:xfrm>
        </p:grpSpPr>
        <p:sp>
          <p:nvSpPr>
            <p:cNvPr id="718" name="Google Shape;718;p4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 name="Google Shape;720;p46"/>
          <p:cNvGrpSpPr/>
          <p:nvPr/>
        </p:nvGrpSpPr>
        <p:grpSpPr>
          <a:xfrm>
            <a:off x="8064572" y="2984112"/>
            <a:ext cx="70206" cy="101191"/>
            <a:chOff x="5083925" y="2066350"/>
            <a:chExt cx="28825" cy="41550"/>
          </a:xfrm>
        </p:grpSpPr>
        <p:sp>
          <p:nvSpPr>
            <p:cNvPr id="721" name="Google Shape;721;p4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46"/>
          <p:cNvGrpSpPr/>
          <p:nvPr/>
        </p:nvGrpSpPr>
        <p:grpSpPr>
          <a:xfrm>
            <a:off x="7096126" y="2999759"/>
            <a:ext cx="181026" cy="69896"/>
            <a:chOff x="4659775" y="2072775"/>
            <a:chExt cx="74325" cy="28700"/>
          </a:xfrm>
        </p:grpSpPr>
        <p:sp>
          <p:nvSpPr>
            <p:cNvPr id="724" name="Google Shape;724;p4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 name="Google Shape;727;p46"/>
          <p:cNvGrpSpPr/>
          <p:nvPr/>
        </p:nvGrpSpPr>
        <p:grpSpPr>
          <a:xfrm>
            <a:off x="8015982" y="2790324"/>
            <a:ext cx="167387" cy="89197"/>
            <a:chOff x="4662475" y="1976500"/>
            <a:chExt cx="68725" cy="36625"/>
          </a:xfrm>
        </p:grpSpPr>
        <p:sp>
          <p:nvSpPr>
            <p:cNvPr id="728" name="Google Shape;728;p4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46"/>
          <p:cNvGrpSpPr/>
          <p:nvPr/>
        </p:nvGrpSpPr>
        <p:grpSpPr>
          <a:xfrm>
            <a:off x="7712887" y="2793764"/>
            <a:ext cx="166899" cy="82317"/>
            <a:chOff x="4920150" y="1977875"/>
            <a:chExt cx="68525" cy="33800"/>
          </a:xfrm>
        </p:grpSpPr>
        <p:sp>
          <p:nvSpPr>
            <p:cNvPr id="732" name="Google Shape;732;p4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46"/>
          <p:cNvGrpSpPr/>
          <p:nvPr/>
        </p:nvGrpSpPr>
        <p:grpSpPr>
          <a:xfrm>
            <a:off x="7124044" y="3197682"/>
            <a:ext cx="125190" cy="127859"/>
            <a:chOff x="4676550" y="2160575"/>
            <a:chExt cx="51400" cy="52500"/>
          </a:xfrm>
        </p:grpSpPr>
        <p:sp>
          <p:nvSpPr>
            <p:cNvPr id="736" name="Google Shape;736;p4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46"/>
          <p:cNvGrpSpPr/>
          <p:nvPr/>
        </p:nvGrpSpPr>
        <p:grpSpPr>
          <a:xfrm>
            <a:off x="7421302" y="3204714"/>
            <a:ext cx="145405" cy="113794"/>
            <a:chOff x="4768325" y="2163475"/>
            <a:chExt cx="59700" cy="46725"/>
          </a:xfrm>
        </p:grpSpPr>
        <p:sp>
          <p:nvSpPr>
            <p:cNvPr id="740" name="Google Shape;740;p4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 name="Google Shape;742;p46"/>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6"/>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6"/>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6"/>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 name="Google Shape;748;p46"/>
          <p:cNvGrpSpPr/>
          <p:nvPr/>
        </p:nvGrpSpPr>
        <p:grpSpPr>
          <a:xfrm>
            <a:off x="7437621" y="3459808"/>
            <a:ext cx="112768" cy="106853"/>
            <a:chOff x="4768575" y="2253950"/>
            <a:chExt cx="46300" cy="43875"/>
          </a:xfrm>
        </p:grpSpPr>
        <p:sp>
          <p:nvSpPr>
            <p:cNvPr id="749" name="Google Shape;749;p4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46"/>
          <p:cNvGrpSpPr/>
          <p:nvPr/>
        </p:nvGrpSpPr>
        <p:grpSpPr>
          <a:xfrm>
            <a:off x="7737243" y="3948834"/>
            <a:ext cx="118187" cy="146246"/>
            <a:chOff x="4960900" y="2433225"/>
            <a:chExt cx="48525" cy="60050"/>
          </a:xfrm>
        </p:grpSpPr>
        <p:sp>
          <p:nvSpPr>
            <p:cNvPr id="752" name="Google Shape;752;p4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46"/>
          <p:cNvGrpSpPr/>
          <p:nvPr/>
        </p:nvGrpSpPr>
        <p:grpSpPr>
          <a:xfrm>
            <a:off x="7425808" y="4212895"/>
            <a:ext cx="136394" cy="143810"/>
            <a:chOff x="4854075" y="2527625"/>
            <a:chExt cx="56000" cy="59050"/>
          </a:xfrm>
        </p:grpSpPr>
        <p:sp>
          <p:nvSpPr>
            <p:cNvPr id="755" name="Google Shape;755;p4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 name="Google Shape;757;p46"/>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6"/>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6"/>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 name="Google Shape;760;p46"/>
          <p:cNvGrpSpPr/>
          <p:nvPr/>
        </p:nvGrpSpPr>
        <p:grpSpPr>
          <a:xfrm>
            <a:off x="8050020" y="3676639"/>
            <a:ext cx="99312" cy="160797"/>
            <a:chOff x="5059700" y="2334775"/>
            <a:chExt cx="40775" cy="66025"/>
          </a:xfrm>
        </p:grpSpPr>
        <p:sp>
          <p:nvSpPr>
            <p:cNvPr id="761" name="Google Shape;761;p4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46"/>
          <p:cNvGrpSpPr/>
          <p:nvPr/>
        </p:nvGrpSpPr>
        <p:grpSpPr>
          <a:xfrm>
            <a:off x="8007184" y="3941771"/>
            <a:ext cx="184984" cy="160371"/>
            <a:chOff x="5037700" y="2430325"/>
            <a:chExt cx="75950" cy="65850"/>
          </a:xfrm>
        </p:grpSpPr>
        <p:sp>
          <p:nvSpPr>
            <p:cNvPr id="771" name="Google Shape;771;p4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 name="Google Shape;773;p46"/>
          <p:cNvGrpSpPr/>
          <p:nvPr/>
        </p:nvGrpSpPr>
        <p:grpSpPr>
          <a:xfrm>
            <a:off x="7426689" y="3708223"/>
            <a:ext cx="173014" cy="97629"/>
            <a:chOff x="4756975" y="2341800"/>
            <a:chExt cx="91975" cy="51925"/>
          </a:xfrm>
        </p:grpSpPr>
        <p:sp>
          <p:nvSpPr>
            <p:cNvPr id="774" name="Google Shape;774;p4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46"/>
          <p:cNvGrpSpPr/>
          <p:nvPr/>
        </p:nvGrpSpPr>
        <p:grpSpPr>
          <a:xfrm>
            <a:off x="7693626" y="4196920"/>
            <a:ext cx="212497" cy="175761"/>
            <a:chOff x="4943575" y="2516350"/>
            <a:chExt cx="98675" cy="81700"/>
          </a:xfrm>
        </p:grpSpPr>
        <p:sp>
          <p:nvSpPr>
            <p:cNvPr id="795" name="Google Shape;795;p4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 name="Google Shape;873;p46"/>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6"/>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6"/>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6"/>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 name="Shape 881"/>
        <p:cNvGrpSpPr/>
        <p:nvPr/>
      </p:nvGrpSpPr>
      <p:grpSpPr>
        <a:xfrm>
          <a:off x="0" y="0"/>
          <a:ext cx="0" cy="0"/>
          <a:chOff x="0" y="0"/>
          <a:chExt cx="0" cy="0"/>
        </a:xfrm>
      </p:grpSpPr>
      <p:grpSp>
        <p:nvGrpSpPr>
          <p:cNvPr id="882" name="Google Shape;882;p47"/>
          <p:cNvGrpSpPr/>
          <p:nvPr/>
        </p:nvGrpSpPr>
        <p:grpSpPr>
          <a:xfrm>
            <a:off x="6681268" y="3584496"/>
            <a:ext cx="560636" cy="516497"/>
            <a:chOff x="6652051" y="3714143"/>
            <a:chExt cx="560636" cy="516497"/>
          </a:xfrm>
        </p:grpSpPr>
        <p:grpSp>
          <p:nvGrpSpPr>
            <p:cNvPr id="883" name="Google Shape;883;p47"/>
            <p:cNvGrpSpPr/>
            <p:nvPr/>
          </p:nvGrpSpPr>
          <p:grpSpPr>
            <a:xfrm>
              <a:off x="6669657" y="3716715"/>
              <a:ext cx="466768" cy="464314"/>
              <a:chOff x="3139766" y="765669"/>
              <a:chExt cx="886380" cy="881888"/>
            </a:xfrm>
          </p:grpSpPr>
          <p:grpSp>
            <p:nvGrpSpPr>
              <p:cNvPr id="884" name="Google Shape;884;p47"/>
              <p:cNvGrpSpPr/>
              <p:nvPr/>
            </p:nvGrpSpPr>
            <p:grpSpPr>
              <a:xfrm>
                <a:off x="3139766" y="765669"/>
                <a:ext cx="886380" cy="881888"/>
                <a:chOff x="3139766" y="765669"/>
                <a:chExt cx="886380" cy="881888"/>
              </a:xfrm>
            </p:grpSpPr>
            <p:sp>
              <p:nvSpPr>
                <p:cNvPr id="885" name="Google Shape;885;p4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 name="Google Shape;894;p4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 name="Google Shape;898;p4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47"/>
          <p:cNvGrpSpPr/>
          <p:nvPr/>
        </p:nvGrpSpPr>
        <p:grpSpPr>
          <a:xfrm>
            <a:off x="7679978" y="3065079"/>
            <a:ext cx="104231" cy="320340"/>
            <a:chOff x="7564426" y="3224343"/>
            <a:chExt cx="119985" cy="368801"/>
          </a:xfrm>
        </p:grpSpPr>
        <p:sp>
          <p:nvSpPr>
            <p:cNvPr id="900" name="Google Shape;900;p4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47"/>
          <p:cNvGrpSpPr/>
          <p:nvPr/>
        </p:nvGrpSpPr>
        <p:grpSpPr>
          <a:xfrm>
            <a:off x="7379466" y="3059180"/>
            <a:ext cx="189489" cy="332132"/>
            <a:chOff x="8370831" y="3202002"/>
            <a:chExt cx="218129" cy="382376"/>
          </a:xfrm>
        </p:grpSpPr>
        <p:sp>
          <p:nvSpPr>
            <p:cNvPr id="903" name="Google Shape;903;p4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47"/>
          <p:cNvGrpSpPr/>
          <p:nvPr/>
        </p:nvGrpSpPr>
        <p:grpSpPr>
          <a:xfrm>
            <a:off x="8102855" y="3470312"/>
            <a:ext cx="309429" cy="267000"/>
            <a:chOff x="6742064" y="3750480"/>
            <a:chExt cx="399315" cy="344560"/>
          </a:xfrm>
        </p:grpSpPr>
        <p:sp>
          <p:nvSpPr>
            <p:cNvPr id="906" name="Google Shape;906;p4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47"/>
          <p:cNvGrpSpPr/>
          <p:nvPr/>
        </p:nvGrpSpPr>
        <p:grpSpPr>
          <a:xfrm>
            <a:off x="7641874" y="3821360"/>
            <a:ext cx="180437" cy="281608"/>
            <a:chOff x="7248525" y="3739696"/>
            <a:chExt cx="230531" cy="359790"/>
          </a:xfrm>
        </p:grpSpPr>
        <p:sp>
          <p:nvSpPr>
            <p:cNvPr id="909" name="Google Shape;909;p4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47"/>
          <p:cNvGrpSpPr/>
          <p:nvPr/>
        </p:nvGrpSpPr>
        <p:grpSpPr>
          <a:xfrm>
            <a:off x="7887794" y="3464584"/>
            <a:ext cx="162896" cy="278710"/>
            <a:chOff x="7601242" y="3729267"/>
            <a:chExt cx="222566" cy="380803"/>
          </a:xfrm>
        </p:grpSpPr>
        <p:sp>
          <p:nvSpPr>
            <p:cNvPr id="912" name="Google Shape;912;p4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 name="Google Shape;914;p47"/>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 name="Google Shape;915;p47"/>
          <p:cNvGrpSpPr/>
          <p:nvPr/>
        </p:nvGrpSpPr>
        <p:grpSpPr>
          <a:xfrm>
            <a:off x="7377439" y="3465724"/>
            <a:ext cx="193543" cy="275990"/>
            <a:chOff x="8304647" y="3738687"/>
            <a:chExt cx="225076" cy="320956"/>
          </a:xfrm>
        </p:grpSpPr>
        <p:sp>
          <p:nvSpPr>
            <p:cNvPr id="916" name="Google Shape;916;p4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47"/>
          <p:cNvGrpSpPr/>
          <p:nvPr/>
        </p:nvGrpSpPr>
        <p:grpSpPr>
          <a:xfrm>
            <a:off x="7649932" y="3465724"/>
            <a:ext cx="178492" cy="275990"/>
            <a:chOff x="8615101" y="3738687"/>
            <a:chExt cx="207573" cy="320956"/>
          </a:xfrm>
        </p:grpSpPr>
        <p:sp>
          <p:nvSpPr>
            <p:cNvPr id="920" name="Google Shape;920;p4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 name="Google Shape;923;p47"/>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 name="Google Shape;924;p47"/>
          <p:cNvGrpSpPr/>
          <p:nvPr/>
        </p:nvGrpSpPr>
        <p:grpSpPr>
          <a:xfrm>
            <a:off x="7875463" y="3868385"/>
            <a:ext cx="187557" cy="187557"/>
            <a:chOff x="8565775" y="671075"/>
            <a:chExt cx="441000" cy="441000"/>
          </a:xfrm>
        </p:grpSpPr>
        <p:sp>
          <p:nvSpPr>
            <p:cNvPr id="925" name="Google Shape;925;p4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 name="Google Shape;927;p47"/>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7"/>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 name="Google Shape;929;p47"/>
          <p:cNvGrpSpPr/>
          <p:nvPr/>
        </p:nvGrpSpPr>
        <p:grpSpPr>
          <a:xfrm>
            <a:off x="6029935" y="2940910"/>
            <a:ext cx="587865" cy="517731"/>
            <a:chOff x="6000718" y="3070557"/>
            <a:chExt cx="587865" cy="517731"/>
          </a:xfrm>
        </p:grpSpPr>
        <p:sp>
          <p:nvSpPr>
            <p:cNvPr id="930" name="Google Shape;930;p4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47"/>
          <p:cNvGrpSpPr/>
          <p:nvPr/>
        </p:nvGrpSpPr>
        <p:grpSpPr>
          <a:xfrm>
            <a:off x="6044740" y="3584570"/>
            <a:ext cx="557665" cy="516387"/>
            <a:chOff x="6015523" y="3714217"/>
            <a:chExt cx="557665" cy="516387"/>
          </a:xfrm>
        </p:grpSpPr>
        <p:grpSp>
          <p:nvGrpSpPr>
            <p:cNvPr id="941" name="Google Shape;941;p47"/>
            <p:cNvGrpSpPr/>
            <p:nvPr/>
          </p:nvGrpSpPr>
          <p:grpSpPr>
            <a:xfrm>
              <a:off x="6036094" y="3716980"/>
              <a:ext cx="529822" cy="510480"/>
              <a:chOff x="3148311" y="-545634"/>
              <a:chExt cx="1006118" cy="969572"/>
            </a:xfrm>
          </p:grpSpPr>
          <p:sp>
            <p:nvSpPr>
              <p:cNvPr id="942" name="Google Shape;942;p4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 name="Google Shape;952;p4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 name="Google Shape;953;p47"/>
          <p:cNvGrpSpPr/>
          <p:nvPr/>
        </p:nvGrpSpPr>
        <p:grpSpPr>
          <a:xfrm>
            <a:off x="6673522" y="2943981"/>
            <a:ext cx="576302" cy="511871"/>
            <a:chOff x="6644304" y="3073628"/>
            <a:chExt cx="576302" cy="511871"/>
          </a:xfrm>
        </p:grpSpPr>
        <p:grpSp>
          <p:nvGrpSpPr>
            <p:cNvPr id="954" name="Google Shape;954;p47"/>
            <p:cNvGrpSpPr/>
            <p:nvPr/>
          </p:nvGrpSpPr>
          <p:grpSpPr>
            <a:xfrm>
              <a:off x="6712169" y="3073651"/>
              <a:ext cx="481611" cy="506713"/>
              <a:chOff x="1833536" y="-546641"/>
              <a:chExt cx="914567" cy="962419"/>
            </a:xfrm>
          </p:grpSpPr>
          <p:grpSp>
            <p:nvGrpSpPr>
              <p:cNvPr id="955" name="Google Shape;955;p47"/>
              <p:cNvGrpSpPr/>
              <p:nvPr/>
            </p:nvGrpSpPr>
            <p:grpSpPr>
              <a:xfrm>
                <a:off x="1833536" y="-524249"/>
                <a:ext cx="914567" cy="940027"/>
                <a:chOff x="1833536" y="-524249"/>
                <a:chExt cx="914567" cy="940027"/>
              </a:xfrm>
            </p:grpSpPr>
            <p:sp>
              <p:nvSpPr>
                <p:cNvPr id="956" name="Google Shape;956;p4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 name="Google Shape;961;p4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 name="Google Shape;965;p4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47"/>
          <p:cNvGrpSpPr/>
          <p:nvPr/>
        </p:nvGrpSpPr>
        <p:grpSpPr>
          <a:xfrm>
            <a:off x="752796" y="2869970"/>
            <a:ext cx="2622876" cy="1333540"/>
            <a:chOff x="238125" y="1038125"/>
            <a:chExt cx="7146800" cy="3633625"/>
          </a:xfrm>
        </p:grpSpPr>
        <p:sp>
          <p:nvSpPr>
            <p:cNvPr id="967" name="Google Shape;967;p4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 name="Google Shape;2539;p47"/>
          <p:cNvGrpSpPr/>
          <p:nvPr/>
        </p:nvGrpSpPr>
        <p:grpSpPr>
          <a:xfrm>
            <a:off x="5938558" y="1033351"/>
            <a:ext cx="2435960" cy="1297725"/>
            <a:chOff x="233350" y="949250"/>
            <a:chExt cx="7137300" cy="3802300"/>
          </a:xfrm>
        </p:grpSpPr>
        <p:sp>
          <p:nvSpPr>
            <p:cNvPr id="2540" name="Google Shape;2540;p4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47"/>
          <p:cNvGrpSpPr/>
          <p:nvPr/>
        </p:nvGrpSpPr>
        <p:grpSpPr>
          <a:xfrm>
            <a:off x="731715" y="995041"/>
            <a:ext cx="2665073" cy="1317140"/>
            <a:chOff x="793334" y="1192826"/>
            <a:chExt cx="2665073" cy="1317140"/>
          </a:xfrm>
        </p:grpSpPr>
        <p:sp>
          <p:nvSpPr>
            <p:cNvPr id="2592" name="Google Shape;2592;p4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47"/>
          <p:cNvGrpSpPr/>
          <p:nvPr/>
        </p:nvGrpSpPr>
        <p:grpSpPr>
          <a:xfrm>
            <a:off x="3450485" y="919691"/>
            <a:ext cx="2310381" cy="1488888"/>
            <a:chOff x="229225" y="549050"/>
            <a:chExt cx="7161750" cy="4615275"/>
          </a:xfrm>
        </p:grpSpPr>
        <p:sp>
          <p:nvSpPr>
            <p:cNvPr id="6560" name="Google Shape;6560;p4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47"/>
          <p:cNvGrpSpPr/>
          <p:nvPr/>
        </p:nvGrpSpPr>
        <p:grpSpPr>
          <a:xfrm>
            <a:off x="3548403" y="2849588"/>
            <a:ext cx="2310282" cy="1374222"/>
            <a:chOff x="238125" y="732525"/>
            <a:chExt cx="7130500" cy="4241425"/>
          </a:xfrm>
        </p:grpSpPr>
        <p:sp>
          <p:nvSpPr>
            <p:cNvPr id="6678" name="Google Shape;6678;p4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4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4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5" name="Shape 6795"/>
        <p:cNvGrpSpPr/>
        <p:nvPr/>
      </p:nvGrpSpPr>
      <p:grpSpPr>
        <a:xfrm>
          <a:off x="0" y="0"/>
          <a:ext cx="0" cy="0"/>
          <a:chOff x="0" y="0"/>
          <a:chExt cx="0" cy="0"/>
        </a:xfrm>
      </p:grpSpPr>
      <p:grpSp>
        <p:nvGrpSpPr>
          <p:cNvPr id="6796" name="Google Shape;6796;p48"/>
          <p:cNvGrpSpPr/>
          <p:nvPr/>
        </p:nvGrpSpPr>
        <p:grpSpPr>
          <a:xfrm>
            <a:off x="2100560" y="3398663"/>
            <a:ext cx="1102891" cy="760337"/>
            <a:chOff x="4967783" y="2151471"/>
            <a:chExt cx="3920692" cy="2702940"/>
          </a:xfrm>
        </p:grpSpPr>
        <p:grpSp>
          <p:nvGrpSpPr>
            <p:cNvPr id="6797" name="Google Shape;6797;p48"/>
            <p:cNvGrpSpPr/>
            <p:nvPr/>
          </p:nvGrpSpPr>
          <p:grpSpPr>
            <a:xfrm>
              <a:off x="5045709" y="2252109"/>
              <a:ext cx="3761071" cy="2501708"/>
              <a:chOff x="2691784" y="1805334"/>
              <a:chExt cx="3761071" cy="2501708"/>
            </a:xfrm>
          </p:grpSpPr>
          <p:sp>
            <p:nvSpPr>
              <p:cNvPr id="6798" name="Google Shape;6798;p4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48"/>
            <p:cNvGrpSpPr/>
            <p:nvPr/>
          </p:nvGrpSpPr>
          <p:grpSpPr>
            <a:xfrm>
              <a:off x="4967783" y="2151471"/>
              <a:ext cx="3920692" cy="2702940"/>
              <a:chOff x="2613858" y="1704696"/>
              <a:chExt cx="3920692" cy="2702940"/>
            </a:xfrm>
          </p:grpSpPr>
          <p:sp>
            <p:nvSpPr>
              <p:cNvPr id="6806" name="Google Shape;6806;p4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11" name="Google Shape;6811;p48"/>
          <p:cNvGrpSpPr/>
          <p:nvPr/>
        </p:nvGrpSpPr>
        <p:grpSpPr>
          <a:xfrm>
            <a:off x="3504468" y="1286940"/>
            <a:ext cx="1561911" cy="708580"/>
            <a:chOff x="3530532" y="1496185"/>
            <a:chExt cx="1561911" cy="708580"/>
          </a:xfrm>
        </p:grpSpPr>
        <p:grpSp>
          <p:nvGrpSpPr>
            <p:cNvPr id="6812" name="Google Shape;6812;p48"/>
            <p:cNvGrpSpPr/>
            <p:nvPr/>
          </p:nvGrpSpPr>
          <p:grpSpPr>
            <a:xfrm>
              <a:off x="3720318" y="1857562"/>
              <a:ext cx="1372125" cy="54"/>
              <a:chOff x="3720318" y="1857562"/>
              <a:chExt cx="1372125" cy="54"/>
            </a:xfrm>
          </p:grpSpPr>
          <p:cxnSp>
            <p:nvCxnSpPr>
              <p:cNvPr id="6813" name="Google Shape;6813;p48"/>
              <p:cNvCxnSpPr>
                <a:endCxn id="681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15" name="Google Shape;6815;p4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16" name="Google Shape;6816;p4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17" name="Google Shape;6817;p48"/>
              <p:cNvCxnSpPr>
                <a:stCxn id="681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6818" name="Google Shape;6818;p48"/>
            <p:cNvGrpSpPr/>
            <p:nvPr/>
          </p:nvGrpSpPr>
          <p:grpSpPr>
            <a:xfrm>
              <a:off x="3567462" y="1496185"/>
              <a:ext cx="286500" cy="272914"/>
              <a:chOff x="3567462" y="1496185"/>
              <a:chExt cx="286500" cy="272914"/>
            </a:xfrm>
          </p:grpSpPr>
          <p:cxnSp>
            <p:nvCxnSpPr>
              <p:cNvPr id="6819" name="Google Shape;6819;p4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820" name="Google Shape;6820;p4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1" name="Google Shape;6821;p4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3" name="Google Shape;6823;p48"/>
            <p:cNvGrpSpPr/>
            <p:nvPr/>
          </p:nvGrpSpPr>
          <p:grpSpPr>
            <a:xfrm>
              <a:off x="3929014" y="1960574"/>
              <a:ext cx="286500" cy="242342"/>
              <a:chOff x="3929014" y="1960574"/>
              <a:chExt cx="286500" cy="242342"/>
            </a:xfrm>
          </p:grpSpPr>
          <p:cxnSp>
            <p:nvCxnSpPr>
              <p:cNvPr id="6824" name="Google Shape;6824;p4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6825" name="Google Shape;6825;p4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48"/>
            <p:cNvGrpSpPr/>
            <p:nvPr/>
          </p:nvGrpSpPr>
          <p:grpSpPr>
            <a:xfrm>
              <a:off x="4290828" y="1496185"/>
              <a:ext cx="286500" cy="272914"/>
              <a:chOff x="4290828" y="1496185"/>
              <a:chExt cx="286500" cy="272914"/>
            </a:xfrm>
          </p:grpSpPr>
          <p:cxnSp>
            <p:nvCxnSpPr>
              <p:cNvPr id="6827" name="Google Shape;6827;p4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828" name="Google Shape;6828;p4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9" name="Google Shape;6829;p4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0" name="Google Shape;6830;p48"/>
            <p:cNvGrpSpPr/>
            <p:nvPr/>
          </p:nvGrpSpPr>
          <p:grpSpPr>
            <a:xfrm>
              <a:off x="4657726" y="1959674"/>
              <a:ext cx="286500" cy="245092"/>
              <a:chOff x="4657726" y="1959674"/>
              <a:chExt cx="286500" cy="245092"/>
            </a:xfrm>
          </p:grpSpPr>
          <p:cxnSp>
            <p:nvCxnSpPr>
              <p:cNvPr id="6831" name="Google Shape;6831;p4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6832" name="Google Shape;6832;p4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3" name="Google Shape;6833;p48"/>
          <p:cNvGrpSpPr/>
          <p:nvPr/>
        </p:nvGrpSpPr>
        <p:grpSpPr>
          <a:xfrm>
            <a:off x="3486488" y="2149036"/>
            <a:ext cx="1597032" cy="378649"/>
            <a:chOff x="3512551" y="2358282"/>
            <a:chExt cx="1597032" cy="378649"/>
          </a:xfrm>
        </p:grpSpPr>
        <p:grpSp>
          <p:nvGrpSpPr>
            <p:cNvPr id="6834" name="Google Shape;6834;p48"/>
            <p:cNvGrpSpPr/>
            <p:nvPr/>
          </p:nvGrpSpPr>
          <p:grpSpPr>
            <a:xfrm>
              <a:off x="3738198" y="2553002"/>
              <a:ext cx="1145834" cy="117"/>
              <a:chOff x="3738198" y="2553002"/>
              <a:chExt cx="1145834" cy="117"/>
            </a:xfrm>
          </p:grpSpPr>
          <p:cxnSp>
            <p:nvCxnSpPr>
              <p:cNvPr id="6835" name="Google Shape;6835;p4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836" name="Google Shape;6836;p4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837" name="Google Shape;6837;p48"/>
              <p:cNvCxnSpPr>
                <a:stCxn id="6838" idx="6"/>
                <a:endCxn id="683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6840" name="Google Shape;6840;p48"/>
            <p:cNvGrpSpPr/>
            <p:nvPr/>
          </p:nvGrpSpPr>
          <p:grpSpPr>
            <a:xfrm>
              <a:off x="3969644" y="2440153"/>
              <a:ext cx="225900" cy="296779"/>
              <a:chOff x="3969644" y="2440153"/>
              <a:chExt cx="225900" cy="296779"/>
            </a:xfrm>
          </p:grpSpPr>
          <p:cxnSp>
            <p:nvCxnSpPr>
              <p:cNvPr id="6841" name="Google Shape;6841;p4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6839" name="Google Shape;6839;p4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48"/>
            <p:cNvGrpSpPr/>
            <p:nvPr/>
          </p:nvGrpSpPr>
          <p:grpSpPr>
            <a:xfrm>
              <a:off x="4426818" y="2358282"/>
              <a:ext cx="225600" cy="307471"/>
              <a:chOff x="4426818" y="2358282"/>
              <a:chExt cx="225600" cy="307471"/>
            </a:xfrm>
          </p:grpSpPr>
          <p:cxnSp>
            <p:nvCxnSpPr>
              <p:cNvPr id="6844" name="Google Shape;6844;p48"/>
              <p:cNvCxnSpPr>
                <a:stCxn id="684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6846" name="Google Shape;6846;p4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48"/>
            <p:cNvGrpSpPr/>
            <p:nvPr/>
          </p:nvGrpSpPr>
          <p:grpSpPr>
            <a:xfrm>
              <a:off x="4883984" y="2440153"/>
              <a:ext cx="225600" cy="296479"/>
              <a:chOff x="4883984" y="2440153"/>
              <a:chExt cx="225600" cy="296479"/>
            </a:xfrm>
          </p:grpSpPr>
          <p:cxnSp>
            <p:nvCxnSpPr>
              <p:cNvPr id="6848" name="Google Shape;6848;p4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6849" name="Google Shape;6849;p4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48"/>
            <p:cNvGrpSpPr/>
            <p:nvPr/>
          </p:nvGrpSpPr>
          <p:grpSpPr>
            <a:xfrm>
              <a:off x="3512551" y="2358356"/>
              <a:ext cx="225647" cy="307629"/>
              <a:chOff x="2182679" y="2005014"/>
              <a:chExt cx="792300" cy="1080158"/>
            </a:xfrm>
          </p:grpSpPr>
          <p:cxnSp>
            <p:nvCxnSpPr>
              <p:cNvPr id="6852" name="Google Shape;6852;p48"/>
              <p:cNvCxnSpPr>
                <a:stCxn id="685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6838" name="Google Shape;6838;p4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4" name="Google Shape;6854;p48"/>
          <p:cNvGrpSpPr/>
          <p:nvPr/>
        </p:nvGrpSpPr>
        <p:grpSpPr>
          <a:xfrm>
            <a:off x="6846570" y="972834"/>
            <a:ext cx="1559809" cy="722610"/>
            <a:chOff x="634175" y="2986275"/>
            <a:chExt cx="3147949" cy="1458344"/>
          </a:xfrm>
        </p:grpSpPr>
        <p:cxnSp>
          <p:nvCxnSpPr>
            <p:cNvPr id="6855" name="Google Shape;6855;p48"/>
            <p:cNvCxnSpPr>
              <a:stCxn id="6856" idx="4"/>
              <a:endCxn id="685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6858" name="Google Shape;6858;p48"/>
            <p:cNvCxnSpPr>
              <a:stCxn id="6857" idx="0"/>
              <a:endCxn id="685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860" name="Google Shape;6860;p48"/>
            <p:cNvCxnSpPr>
              <a:stCxn id="6859" idx="4"/>
              <a:endCxn id="686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862" name="Google Shape;6862;p48"/>
            <p:cNvCxnSpPr>
              <a:stCxn id="6861" idx="0"/>
              <a:endCxn id="686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6863" name="Google Shape;6863;p4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59" name="Google Shape;6859;p4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56" name="Google Shape;6856;p4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61" name="Google Shape;6861;p4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57" name="Google Shape;6857;p4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864" name="Google Shape;6864;p48"/>
          <p:cNvGrpSpPr/>
          <p:nvPr/>
        </p:nvGrpSpPr>
        <p:grpSpPr>
          <a:xfrm>
            <a:off x="3500360" y="2682741"/>
            <a:ext cx="1570719" cy="294123"/>
            <a:chOff x="998425" y="1182125"/>
            <a:chExt cx="1065400" cy="199500"/>
          </a:xfrm>
        </p:grpSpPr>
        <p:sp>
          <p:nvSpPr>
            <p:cNvPr id="6865" name="Google Shape;6865;p4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48"/>
          <p:cNvGrpSpPr/>
          <p:nvPr/>
        </p:nvGrpSpPr>
        <p:grpSpPr>
          <a:xfrm>
            <a:off x="6843616" y="1800228"/>
            <a:ext cx="1565716" cy="366729"/>
            <a:chOff x="1247650" y="2075423"/>
            <a:chExt cx="6648477" cy="1557238"/>
          </a:xfrm>
        </p:grpSpPr>
        <p:sp>
          <p:nvSpPr>
            <p:cNvPr id="6871" name="Google Shape;6871;p4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48"/>
          <p:cNvGrpSpPr/>
          <p:nvPr/>
        </p:nvGrpSpPr>
        <p:grpSpPr>
          <a:xfrm>
            <a:off x="6827928" y="2949043"/>
            <a:ext cx="1597061" cy="663440"/>
            <a:chOff x="6796238" y="3158297"/>
            <a:chExt cx="1630319" cy="677257"/>
          </a:xfrm>
        </p:grpSpPr>
        <p:cxnSp>
          <p:nvCxnSpPr>
            <p:cNvPr id="6878" name="Google Shape;6878;p4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879" name="Google Shape;6879;p4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880" name="Google Shape;6880;p4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6881" name="Google Shape;6881;p4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6882" name="Google Shape;6882;p48"/>
            <p:cNvGrpSpPr/>
            <p:nvPr/>
          </p:nvGrpSpPr>
          <p:grpSpPr>
            <a:xfrm>
              <a:off x="6796238" y="3311904"/>
              <a:ext cx="1630319" cy="377697"/>
              <a:chOff x="6796238" y="3311904"/>
              <a:chExt cx="1630319" cy="377697"/>
            </a:xfrm>
          </p:grpSpPr>
          <p:sp>
            <p:nvSpPr>
              <p:cNvPr id="6883" name="Google Shape;6883;p4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6" name="Google Shape;6886;p48"/>
          <p:cNvGrpSpPr/>
          <p:nvPr/>
        </p:nvGrpSpPr>
        <p:grpSpPr>
          <a:xfrm>
            <a:off x="5349066" y="970435"/>
            <a:ext cx="1368606" cy="1593805"/>
            <a:chOff x="1839112" y="2209163"/>
            <a:chExt cx="1918159" cy="2233784"/>
          </a:xfrm>
        </p:grpSpPr>
        <p:sp>
          <p:nvSpPr>
            <p:cNvPr id="6887" name="Google Shape;6887;p4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90" name="Google Shape;6890;p48"/>
            <p:cNvCxnSpPr>
              <a:stCxn id="6887" idx="6"/>
              <a:endCxn id="688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891" name="Google Shape;6891;p48"/>
            <p:cNvCxnSpPr>
              <a:stCxn id="6888" idx="4"/>
              <a:endCxn id="689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6893" name="Google Shape;6893;p48"/>
            <p:cNvCxnSpPr>
              <a:stCxn id="6892" idx="6"/>
              <a:endCxn id="688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894" name="Google Shape;6894;p48"/>
            <p:cNvCxnSpPr>
              <a:stCxn id="6889" idx="4"/>
              <a:endCxn id="689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6892" name="Google Shape;6892;p4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97" name="Google Shape;6897;p48"/>
            <p:cNvCxnSpPr>
              <a:endCxn id="689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6898" name="Google Shape;6898;p48"/>
          <p:cNvGrpSpPr/>
          <p:nvPr/>
        </p:nvGrpSpPr>
        <p:grpSpPr>
          <a:xfrm>
            <a:off x="3481439" y="976671"/>
            <a:ext cx="1637968" cy="154942"/>
            <a:chOff x="238125" y="2506075"/>
            <a:chExt cx="7115411" cy="673075"/>
          </a:xfrm>
        </p:grpSpPr>
        <p:sp>
          <p:nvSpPr>
            <p:cNvPr id="6899" name="Google Shape;6899;p4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48"/>
          <p:cNvGrpSpPr/>
          <p:nvPr/>
        </p:nvGrpSpPr>
        <p:grpSpPr>
          <a:xfrm>
            <a:off x="720124" y="1298269"/>
            <a:ext cx="2476762" cy="91743"/>
            <a:chOff x="1464850" y="436376"/>
            <a:chExt cx="6001362" cy="222300"/>
          </a:xfrm>
        </p:grpSpPr>
        <p:sp>
          <p:nvSpPr>
            <p:cNvPr id="6905" name="Google Shape;6905;p4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10" name="Google Shape;6910;p4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11" name="Google Shape;6911;p4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12" name="Google Shape;6912;p4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13" name="Google Shape;6913;p4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6914" name="Google Shape;6914;p48"/>
          <p:cNvGrpSpPr/>
          <p:nvPr/>
        </p:nvGrpSpPr>
        <p:grpSpPr>
          <a:xfrm>
            <a:off x="706391" y="2533734"/>
            <a:ext cx="1452710" cy="651923"/>
            <a:chOff x="803162" y="2667727"/>
            <a:chExt cx="1411906" cy="633611"/>
          </a:xfrm>
        </p:grpSpPr>
        <p:cxnSp>
          <p:nvCxnSpPr>
            <p:cNvPr id="6915" name="Google Shape;6915;p48"/>
            <p:cNvCxnSpPr>
              <a:stCxn id="6916" idx="2"/>
              <a:endCxn id="691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18" name="Google Shape;6918;p48"/>
            <p:cNvCxnSpPr>
              <a:stCxn id="6919" idx="0"/>
              <a:endCxn id="691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20" name="Google Shape;6920;p48"/>
            <p:cNvCxnSpPr>
              <a:stCxn id="6919" idx="2"/>
              <a:endCxn id="692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22" name="Google Shape;6922;p48"/>
            <p:cNvCxnSpPr>
              <a:stCxn id="6923" idx="0"/>
              <a:endCxn id="691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24" name="Google Shape;6924;p48"/>
            <p:cNvCxnSpPr>
              <a:stCxn id="6917" idx="2"/>
              <a:endCxn id="692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26" name="Google Shape;6926;p48"/>
            <p:cNvCxnSpPr>
              <a:stCxn id="6927" idx="0"/>
              <a:endCxn id="691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6923" name="Google Shape;6923;p4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1" name="Google Shape;6921;p4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7" name="Google Shape;6927;p4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5" name="Google Shape;6925;p4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17" name="Google Shape;6917;p4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19" name="Google Shape;6919;p4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16" name="Google Shape;6916;p4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6928" name="Google Shape;6928;p48"/>
          <p:cNvGrpSpPr/>
          <p:nvPr/>
        </p:nvGrpSpPr>
        <p:grpSpPr>
          <a:xfrm>
            <a:off x="706393" y="969273"/>
            <a:ext cx="2518541" cy="209309"/>
            <a:chOff x="803163" y="1111966"/>
            <a:chExt cx="2447800" cy="203430"/>
          </a:xfrm>
        </p:grpSpPr>
        <p:grpSp>
          <p:nvGrpSpPr>
            <p:cNvPr id="6929" name="Google Shape;6929;p48"/>
            <p:cNvGrpSpPr/>
            <p:nvPr/>
          </p:nvGrpSpPr>
          <p:grpSpPr>
            <a:xfrm>
              <a:off x="1958180" y="1111966"/>
              <a:ext cx="588019" cy="121396"/>
              <a:chOff x="4808316" y="2800065"/>
              <a:chExt cx="1999386" cy="412910"/>
            </a:xfrm>
          </p:grpSpPr>
          <p:sp>
            <p:nvSpPr>
              <p:cNvPr id="6930" name="Google Shape;6930;p4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1" name="Google Shape;6931;p48"/>
              <p:cNvGrpSpPr/>
              <p:nvPr/>
            </p:nvGrpSpPr>
            <p:grpSpPr>
              <a:xfrm>
                <a:off x="4808316" y="2800065"/>
                <a:ext cx="92400" cy="411825"/>
                <a:chOff x="845575" y="2563700"/>
                <a:chExt cx="92400" cy="411825"/>
              </a:xfrm>
            </p:grpSpPr>
            <p:cxnSp>
              <p:nvCxnSpPr>
                <p:cNvPr id="6932" name="Google Shape;6932;p4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33" name="Google Shape;6933;p4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934" name="Google Shape;6934;p4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6935" name="Google Shape;6935;p4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6" name="Google Shape;6936;p48"/>
            <p:cNvGrpSpPr/>
            <p:nvPr/>
          </p:nvGrpSpPr>
          <p:grpSpPr>
            <a:xfrm>
              <a:off x="803163" y="1111974"/>
              <a:ext cx="591158" cy="121545"/>
              <a:chOff x="803163" y="1111974"/>
              <a:chExt cx="591158" cy="121545"/>
            </a:xfrm>
          </p:grpSpPr>
          <p:grpSp>
            <p:nvGrpSpPr>
              <p:cNvPr id="6937" name="Google Shape;6937;p48"/>
              <p:cNvGrpSpPr/>
              <p:nvPr/>
            </p:nvGrpSpPr>
            <p:grpSpPr>
              <a:xfrm>
                <a:off x="803163" y="1111974"/>
                <a:ext cx="27175" cy="121077"/>
                <a:chOff x="845575" y="2563700"/>
                <a:chExt cx="92400" cy="411825"/>
              </a:xfrm>
            </p:grpSpPr>
            <p:cxnSp>
              <p:nvCxnSpPr>
                <p:cNvPr id="6938" name="Google Shape;6938;p4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39" name="Google Shape;6939;p4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0" name="Google Shape;6940;p4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48"/>
            <p:cNvGrpSpPr/>
            <p:nvPr/>
          </p:nvGrpSpPr>
          <p:grpSpPr>
            <a:xfrm>
              <a:off x="1381910" y="1194219"/>
              <a:ext cx="588341" cy="121177"/>
              <a:chOff x="1381910" y="1194219"/>
              <a:chExt cx="588341" cy="121177"/>
            </a:xfrm>
          </p:grpSpPr>
          <p:grpSp>
            <p:nvGrpSpPr>
              <p:cNvPr id="6942" name="Google Shape;6942;p48"/>
              <p:cNvGrpSpPr/>
              <p:nvPr/>
            </p:nvGrpSpPr>
            <p:grpSpPr>
              <a:xfrm rot="10800000">
                <a:off x="1381910" y="1194319"/>
                <a:ext cx="27175" cy="121077"/>
                <a:chOff x="2070100" y="2563700"/>
                <a:chExt cx="92400" cy="411825"/>
              </a:xfrm>
            </p:grpSpPr>
            <p:cxnSp>
              <p:nvCxnSpPr>
                <p:cNvPr id="6943" name="Google Shape;6943;p4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44" name="Google Shape;6944;p4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5" name="Google Shape;6945;p4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48"/>
            <p:cNvGrpSpPr/>
            <p:nvPr/>
          </p:nvGrpSpPr>
          <p:grpSpPr>
            <a:xfrm>
              <a:off x="2532079" y="1194219"/>
              <a:ext cx="704927" cy="121177"/>
              <a:chOff x="2532079" y="1194219"/>
              <a:chExt cx="704927" cy="121177"/>
            </a:xfrm>
          </p:grpSpPr>
          <p:grpSp>
            <p:nvGrpSpPr>
              <p:cNvPr id="6947" name="Google Shape;6947;p48"/>
              <p:cNvGrpSpPr/>
              <p:nvPr/>
            </p:nvGrpSpPr>
            <p:grpSpPr>
              <a:xfrm rot="10800000">
                <a:off x="2532079" y="1194319"/>
                <a:ext cx="27175" cy="121077"/>
                <a:chOff x="2070100" y="2563700"/>
                <a:chExt cx="92400" cy="411825"/>
              </a:xfrm>
            </p:grpSpPr>
            <p:cxnSp>
              <p:nvCxnSpPr>
                <p:cNvPr id="6948" name="Google Shape;6948;p4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49" name="Google Shape;6949;p4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0" name="Google Shape;6950;p4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1" name="Google Shape;6951;p48"/>
          <p:cNvGrpSpPr/>
          <p:nvPr/>
        </p:nvGrpSpPr>
        <p:grpSpPr>
          <a:xfrm>
            <a:off x="3499403" y="3665904"/>
            <a:ext cx="1567778" cy="491677"/>
            <a:chOff x="5194708" y="3484366"/>
            <a:chExt cx="3148148" cy="987304"/>
          </a:xfrm>
        </p:grpSpPr>
        <p:grpSp>
          <p:nvGrpSpPr>
            <p:cNvPr id="6952" name="Google Shape;6952;p48"/>
            <p:cNvGrpSpPr/>
            <p:nvPr/>
          </p:nvGrpSpPr>
          <p:grpSpPr>
            <a:xfrm>
              <a:off x="7531521" y="3484366"/>
              <a:ext cx="811335" cy="987304"/>
              <a:chOff x="3379425" y="1617275"/>
              <a:chExt cx="1090650" cy="1327200"/>
            </a:xfrm>
          </p:grpSpPr>
          <p:sp>
            <p:nvSpPr>
              <p:cNvPr id="6953" name="Google Shape;6953;p4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48"/>
            <p:cNvGrpSpPr/>
            <p:nvPr/>
          </p:nvGrpSpPr>
          <p:grpSpPr>
            <a:xfrm>
              <a:off x="6752546" y="3484366"/>
              <a:ext cx="811428" cy="987304"/>
              <a:chOff x="2332275" y="1617275"/>
              <a:chExt cx="1090775" cy="1327200"/>
            </a:xfrm>
          </p:grpSpPr>
          <p:sp>
            <p:nvSpPr>
              <p:cNvPr id="6957" name="Google Shape;6957;p4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48"/>
            <p:cNvGrpSpPr/>
            <p:nvPr/>
          </p:nvGrpSpPr>
          <p:grpSpPr>
            <a:xfrm>
              <a:off x="5973664" y="3484366"/>
              <a:ext cx="811335" cy="987304"/>
              <a:chOff x="1285250" y="1617275"/>
              <a:chExt cx="1090650" cy="1327200"/>
            </a:xfrm>
          </p:grpSpPr>
          <p:sp>
            <p:nvSpPr>
              <p:cNvPr id="6961" name="Google Shape;6961;p4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48"/>
            <p:cNvGrpSpPr/>
            <p:nvPr/>
          </p:nvGrpSpPr>
          <p:grpSpPr>
            <a:xfrm>
              <a:off x="5194708" y="3484366"/>
              <a:ext cx="811409" cy="987304"/>
              <a:chOff x="238125" y="1617275"/>
              <a:chExt cx="1090750" cy="1327200"/>
            </a:xfrm>
          </p:grpSpPr>
          <p:sp>
            <p:nvSpPr>
              <p:cNvPr id="6965" name="Google Shape;6965;p4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4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8" name="Google Shape;6968;p48"/>
          <p:cNvGrpSpPr/>
          <p:nvPr/>
        </p:nvGrpSpPr>
        <p:grpSpPr>
          <a:xfrm>
            <a:off x="3460012" y="3146315"/>
            <a:ext cx="1616964" cy="346256"/>
            <a:chOff x="1808063" y="4294338"/>
            <a:chExt cx="3370782" cy="721817"/>
          </a:xfrm>
        </p:grpSpPr>
        <p:sp>
          <p:nvSpPr>
            <p:cNvPr id="6969" name="Google Shape;6969;p4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48"/>
          <p:cNvGrpSpPr/>
          <p:nvPr/>
        </p:nvGrpSpPr>
        <p:grpSpPr>
          <a:xfrm>
            <a:off x="738224" y="3432344"/>
            <a:ext cx="1295882" cy="646587"/>
            <a:chOff x="834100" y="3642869"/>
            <a:chExt cx="1259483" cy="628426"/>
          </a:xfrm>
        </p:grpSpPr>
        <p:sp>
          <p:nvSpPr>
            <p:cNvPr id="6980" name="Google Shape;6980;p4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5" name="Google Shape;7005;p48"/>
            <p:cNvGrpSpPr/>
            <p:nvPr/>
          </p:nvGrpSpPr>
          <p:grpSpPr>
            <a:xfrm>
              <a:off x="1360364" y="3847835"/>
              <a:ext cx="208119" cy="224359"/>
              <a:chOff x="1360769" y="3847100"/>
              <a:chExt cx="208119" cy="224359"/>
            </a:xfrm>
          </p:grpSpPr>
          <p:sp>
            <p:nvSpPr>
              <p:cNvPr id="7006" name="Google Shape;7006;p4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4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4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4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6" name="Google Shape;7026;p4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4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48"/>
          <p:cNvGrpSpPr/>
          <p:nvPr/>
        </p:nvGrpSpPr>
        <p:grpSpPr>
          <a:xfrm rot="5400000">
            <a:off x="5951337" y="3228841"/>
            <a:ext cx="164064" cy="1414916"/>
            <a:chOff x="4428249" y="1369375"/>
            <a:chExt cx="36905" cy="429569"/>
          </a:xfrm>
        </p:grpSpPr>
        <p:sp>
          <p:nvSpPr>
            <p:cNvPr id="7041" name="Google Shape;7041;p4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4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4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4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48"/>
          <p:cNvGrpSpPr/>
          <p:nvPr/>
        </p:nvGrpSpPr>
        <p:grpSpPr>
          <a:xfrm flipH="1" rot="10800000">
            <a:off x="5323766" y="2817385"/>
            <a:ext cx="1419207" cy="24808"/>
            <a:chOff x="219558" y="4738465"/>
            <a:chExt cx="5852400" cy="102300"/>
          </a:xfrm>
        </p:grpSpPr>
        <p:cxnSp>
          <p:nvCxnSpPr>
            <p:cNvPr id="7074" name="Google Shape;7074;p4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075" name="Google Shape;7075;p4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48"/>
          <p:cNvGrpSpPr/>
          <p:nvPr/>
        </p:nvGrpSpPr>
        <p:grpSpPr>
          <a:xfrm>
            <a:off x="5335084" y="3190448"/>
            <a:ext cx="1396570" cy="385016"/>
            <a:chOff x="5286284" y="2966544"/>
            <a:chExt cx="1396570" cy="385016"/>
          </a:xfrm>
        </p:grpSpPr>
        <p:cxnSp>
          <p:nvCxnSpPr>
            <p:cNvPr id="7081" name="Google Shape;7081;p4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082" name="Google Shape;7082;p4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083" name="Google Shape;7083;p48"/>
            <p:cNvGrpSpPr/>
            <p:nvPr/>
          </p:nvGrpSpPr>
          <p:grpSpPr>
            <a:xfrm>
              <a:off x="5287688" y="3173364"/>
              <a:ext cx="1395166" cy="74100"/>
              <a:chOff x="5287688" y="3173364"/>
              <a:chExt cx="1395166" cy="74100"/>
            </a:xfrm>
          </p:grpSpPr>
          <p:cxnSp>
            <p:nvCxnSpPr>
              <p:cNvPr id="7084" name="Google Shape;7084;p4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085" name="Google Shape;7085;p4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086" name="Google Shape;7086;p4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87" name="Google Shape;7087;p4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88" name="Google Shape;7088;p4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89" name="Google Shape;7089;p4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90" name="Google Shape;7090;p4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91" name="Google Shape;7091;p4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092" name="Google Shape;7092;p4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093" name="Google Shape;7093;p48"/>
          <p:cNvGrpSpPr/>
          <p:nvPr/>
        </p:nvGrpSpPr>
        <p:grpSpPr>
          <a:xfrm>
            <a:off x="2021150" y="1609224"/>
            <a:ext cx="1182276" cy="662027"/>
            <a:chOff x="2029517" y="1732295"/>
            <a:chExt cx="1149068" cy="643432"/>
          </a:xfrm>
        </p:grpSpPr>
        <p:grpSp>
          <p:nvGrpSpPr>
            <p:cNvPr id="7094" name="Google Shape;7094;p48"/>
            <p:cNvGrpSpPr/>
            <p:nvPr/>
          </p:nvGrpSpPr>
          <p:grpSpPr>
            <a:xfrm>
              <a:off x="2708660" y="1746937"/>
              <a:ext cx="455427" cy="244429"/>
              <a:chOff x="2700693" y="1746937"/>
              <a:chExt cx="455427" cy="244429"/>
            </a:xfrm>
          </p:grpSpPr>
          <p:grpSp>
            <p:nvGrpSpPr>
              <p:cNvPr id="7095" name="Google Shape;7095;p48"/>
              <p:cNvGrpSpPr/>
              <p:nvPr/>
            </p:nvGrpSpPr>
            <p:grpSpPr>
              <a:xfrm>
                <a:off x="2905682" y="1782817"/>
                <a:ext cx="250438" cy="208549"/>
                <a:chOff x="2905682" y="1782817"/>
                <a:chExt cx="250438" cy="208549"/>
              </a:xfrm>
            </p:grpSpPr>
            <p:cxnSp>
              <p:nvCxnSpPr>
                <p:cNvPr id="7096" name="Google Shape;7096;p4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097" name="Google Shape;7097;p4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48"/>
              <p:cNvGrpSpPr/>
              <p:nvPr/>
            </p:nvGrpSpPr>
            <p:grpSpPr>
              <a:xfrm>
                <a:off x="2700693" y="1746937"/>
                <a:ext cx="449967" cy="72374"/>
                <a:chOff x="2700693" y="1746937"/>
                <a:chExt cx="449967" cy="72374"/>
              </a:xfrm>
            </p:grpSpPr>
            <p:cxnSp>
              <p:nvCxnSpPr>
                <p:cNvPr id="7099" name="Google Shape;7099;p4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00" name="Google Shape;7100;p4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1" name="Google Shape;7101;p48"/>
            <p:cNvGrpSpPr/>
            <p:nvPr/>
          </p:nvGrpSpPr>
          <p:grpSpPr>
            <a:xfrm>
              <a:off x="2029517" y="1732295"/>
              <a:ext cx="1149068" cy="643432"/>
              <a:chOff x="2029517" y="1732295"/>
              <a:chExt cx="1149068" cy="643432"/>
            </a:xfrm>
          </p:grpSpPr>
          <p:grpSp>
            <p:nvGrpSpPr>
              <p:cNvPr id="7102" name="Google Shape;7102;p48"/>
              <p:cNvGrpSpPr/>
              <p:nvPr/>
            </p:nvGrpSpPr>
            <p:grpSpPr>
              <a:xfrm>
                <a:off x="2703618" y="2103152"/>
                <a:ext cx="474966" cy="260017"/>
                <a:chOff x="2703618" y="2103152"/>
                <a:chExt cx="474966" cy="260017"/>
              </a:xfrm>
            </p:grpSpPr>
            <p:grpSp>
              <p:nvGrpSpPr>
                <p:cNvPr id="7103" name="Google Shape;7103;p48"/>
                <p:cNvGrpSpPr/>
                <p:nvPr/>
              </p:nvGrpSpPr>
              <p:grpSpPr>
                <a:xfrm>
                  <a:off x="2703618" y="2290640"/>
                  <a:ext cx="450291" cy="72529"/>
                  <a:chOff x="2703618" y="2290640"/>
                  <a:chExt cx="450291" cy="72529"/>
                </a:xfrm>
              </p:grpSpPr>
              <p:cxnSp>
                <p:nvCxnSpPr>
                  <p:cNvPr id="7104" name="Google Shape;7104;p4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05" name="Google Shape;7105;p4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48"/>
                <p:cNvGrpSpPr/>
                <p:nvPr/>
              </p:nvGrpSpPr>
              <p:grpSpPr>
                <a:xfrm>
                  <a:off x="2908607" y="2103152"/>
                  <a:ext cx="269977" cy="223538"/>
                  <a:chOff x="2908607" y="2103152"/>
                  <a:chExt cx="269977" cy="223538"/>
                </a:xfrm>
              </p:grpSpPr>
              <p:cxnSp>
                <p:nvCxnSpPr>
                  <p:cNvPr id="7107" name="Google Shape;7107;p4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08" name="Google Shape;7108;p4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9" name="Google Shape;7109;p48"/>
              <p:cNvGrpSpPr/>
              <p:nvPr/>
            </p:nvGrpSpPr>
            <p:grpSpPr>
              <a:xfrm>
                <a:off x="2029517" y="1732295"/>
                <a:ext cx="685827" cy="643432"/>
                <a:chOff x="2029517" y="1732295"/>
                <a:chExt cx="685827" cy="643432"/>
              </a:xfrm>
            </p:grpSpPr>
            <p:sp>
              <p:nvSpPr>
                <p:cNvPr id="7110" name="Google Shape;7110;p4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1" name="Google Shape;7111;p48"/>
                <p:cNvGrpSpPr/>
                <p:nvPr/>
              </p:nvGrpSpPr>
              <p:grpSpPr>
                <a:xfrm>
                  <a:off x="2158948" y="1732295"/>
                  <a:ext cx="556396" cy="333108"/>
                  <a:chOff x="2158948" y="1732295"/>
                  <a:chExt cx="556396" cy="333108"/>
                </a:xfrm>
              </p:grpSpPr>
              <p:cxnSp>
                <p:nvCxnSpPr>
                  <p:cNvPr id="7112" name="Google Shape;7112;p4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113" name="Google Shape;7113;p4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48"/>
                <p:cNvGrpSpPr/>
                <p:nvPr/>
              </p:nvGrpSpPr>
              <p:grpSpPr>
                <a:xfrm>
                  <a:off x="2159908" y="2065057"/>
                  <a:ext cx="550884" cy="310670"/>
                  <a:chOff x="2159908" y="2065057"/>
                  <a:chExt cx="550884" cy="310670"/>
                </a:xfrm>
              </p:grpSpPr>
              <p:cxnSp>
                <p:nvCxnSpPr>
                  <p:cNvPr id="7115" name="Google Shape;7115;p4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116" name="Google Shape;7116;p4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117" name="Google Shape;7117;p48"/>
          <p:cNvGrpSpPr/>
          <p:nvPr/>
        </p:nvGrpSpPr>
        <p:grpSpPr>
          <a:xfrm>
            <a:off x="706399" y="1556837"/>
            <a:ext cx="962651" cy="810058"/>
            <a:chOff x="844912" y="1681380"/>
            <a:chExt cx="935611" cy="787305"/>
          </a:xfrm>
        </p:grpSpPr>
        <p:grpSp>
          <p:nvGrpSpPr>
            <p:cNvPr id="7118" name="Google Shape;7118;p48"/>
            <p:cNvGrpSpPr/>
            <p:nvPr/>
          </p:nvGrpSpPr>
          <p:grpSpPr>
            <a:xfrm>
              <a:off x="844912" y="1819635"/>
              <a:ext cx="329836" cy="510016"/>
              <a:chOff x="844912" y="1819635"/>
              <a:chExt cx="329836" cy="510016"/>
            </a:xfrm>
          </p:grpSpPr>
          <p:sp>
            <p:nvSpPr>
              <p:cNvPr id="7119" name="Google Shape;7119;p4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4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4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48"/>
            <p:cNvGrpSpPr/>
            <p:nvPr/>
          </p:nvGrpSpPr>
          <p:grpSpPr>
            <a:xfrm>
              <a:off x="1284601" y="2158168"/>
              <a:ext cx="495923" cy="310517"/>
              <a:chOff x="1284601" y="2158168"/>
              <a:chExt cx="495923" cy="310517"/>
            </a:xfrm>
          </p:grpSpPr>
          <p:sp>
            <p:nvSpPr>
              <p:cNvPr id="7126" name="Google Shape;7126;p4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7" name="Google Shape;7127;p48"/>
              <p:cNvGrpSpPr/>
              <p:nvPr/>
            </p:nvGrpSpPr>
            <p:grpSpPr>
              <a:xfrm>
                <a:off x="1507666" y="2158168"/>
                <a:ext cx="272858" cy="310517"/>
                <a:chOff x="1507666" y="2158168"/>
                <a:chExt cx="272858" cy="310517"/>
              </a:xfrm>
            </p:grpSpPr>
            <p:grpSp>
              <p:nvGrpSpPr>
                <p:cNvPr id="7128" name="Google Shape;7128;p48"/>
                <p:cNvGrpSpPr/>
                <p:nvPr/>
              </p:nvGrpSpPr>
              <p:grpSpPr>
                <a:xfrm>
                  <a:off x="1507666" y="2176104"/>
                  <a:ext cx="166395" cy="273149"/>
                  <a:chOff x="1507666" y="2176104"/>
                  <a:chExt cx="166395" cy="273149"/>
                </a:xfrm>
              </p:grpSpPr>
              <p:sp>
                <p:nvSpPr>
                  <p:cNvPr id="7129" name="Google Shape;7129;p4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4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4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6" name="Google Shape;7136;p4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8" name="Google Shape;7138;p48"/>
            <p:cNvGrpSpPr/>
            <p:nvPr/>
          </p:nvGrpSpPr>
          <p:grpSpPr>
            <a:xfrm>
              <a:off x="1284601" y="1681380"/>
              <a:ext cx="495923" cy="310517"/>
              <a:chOff x="1284601" y="1681380"/>
              <a:chExt cx="495923" cy="310517"/>
            </a:xfrm>
          </p:grpSpPr>
          <p:sp>
            <p:nvSpPr>
              <p:cNvPr id="7139" name="Google Shape;7139;p4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0" name="Google Shape;7140;p48"/>
              <p:cNvGrpSpPr/>
              <p:nvPr/>
            </p:nvGrpSpPr>
            <p:grpSpPr>
              <a:xfrm>
                <a:off x="1507666" y="1681380"/>
                <a:ext cx="272858" cy="310517"/>
                <a:chOff x="1507666" y="1681380"/>
                <a:chExt cx="272858" cy="310517"/>
              </a:xfrm>
            </p:grpSpPr>
            <p:grpSp>
              <p:nvGrpSpPr>
                <p:cNvPr id="7141" name="Google Shape;7141;p48"/>
                <p:cNvGrpSpPr/>
                <p:nvPr/>
              </p:nvGrpSpPr>
              <p:grpSpPr>
                <a:xfrm>
                  <a:off x="1507666" y="1700120"/>
                  <a:ext cx="166395" cy="272984"/>
                  <a:chOff x="1507666" y="1700120"/>
                  <a:chExt cx="166395" cy="272984"/>
                </a:xfrm>
              </p:grpSpPr>
              <p:sp>
                <p:nvSpPr>
                  <p:cNvPr id="7142" name="Google Shape;7142;p4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9" name="Google Shape;7149;p4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51" name="Google Shape;7151;p48"/>
          <p:cNvGrpSpPr/>
          <p:nvPr/>
        </p:nvGrpSpPr>
        <p:grpSpPr>
          <a:xfrm>
            <a:off x="6815339" y="2324267"/>
            <a:ext cx="1622269" cy="552443"/>
            <a:chOff x="6894650" y="2574740"/>
            <a:chExt cx="1445100" cy="492111"/>
          </a:xfrm>
        </p:grpSpPr>
        <p:sp>
          <p:nvSpPr>
            <p:cNvPr id="7152" name="Google Shape;7152;p4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57" name="Google Shape;7157;p4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158" name="Google Shape;7158;p48"/>
          <p:cNvGrpSpPr/>
          <p:nvPr/>
        </p:nvGrpSpPr>
        <p:grpSpPr>
          <a:xfrm>
            <a:off x="6834882" y="3698522"/>
            <a:ext cx="1583206" cy="475705"/>
            <a:chOff x="6953919" y="3907920"/>
            <a:chExt cx="1377300" cy="475705"/>
          </a:xfrm>
        </p:grpSpPr>
        <p:cxnSp>
          <p:nvCxnSpPr>
            <p:cNvPr id="7159" name="Google Shape;7159;p4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160" name="Google Shape;7160;p4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161" name="Google Shape;7161;p4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162" name="Google Shape;7162;p4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163" name="Google Shape;7163;p4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164" name="Google Shape;7164;p48"/>
          <p:cNvGrpSpPr/>
          <p:nvPr/>
        </p:nvGrpSpPr>
        <p:grpSpPr>
          <a:xfrm>
            <a:off x="2338470" y="2459668"/>
            <a:ext cx="836286" cy="824529"/>
            <a:chOff x="2389399" y="2595741"/>
            <a:chExt cx="812796" cy="801369"/>
          </a:xfrm>
        </p:grpSpPr>
        <p:grpSp>
          <p:nvGrpSpPr>
            <p:cNvPr id="7165" name="Google Shape;7165;p48"/>
            <p:cNvGrpSpPr/>
            <p:nvPr/>
          </p:nvGrpSpPr>
          <p:grpSpPr>
            <a:xfrm>
              <a:off x="2492145" y="2881565"/>
              <a:ext cx="607300" cy="229751"/>
              <a:chOff x="2492145" y="2881565"/>
              <a:chExt cx="607300" cy="229751"/>
            </a:xfrm>
          </p:grpSpPr>
          <p:sp>
            <p:nvSpPr>
              <p:cNvPr id="7166" name="Google Shape;7166;p4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4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48"/>
            <p:cNvGrpSpPr/>
            <p:nvPr/>
          </p:nvGrpSpPr>
          <p:grpSpPr>
            <a:xfrm>
              <a:off x="2389399" y="2595741"/>
              <a:ext cx="812796" cy="296825"/>
              <a:chOff x="2389399" y="2595741"/>
              <a:chExt cx="812796" cy="296825"/>
            </a:xfrm>
          </p:grpSpPr>
          <p:grpSp>
            <p:nvGrpSpPr>
              <p:cNvPr id="7170" name="Google Shape;7170;p48"/>
              <p:cNvGrpSpPr/>
              <p:nvPr/>
            </p:nvGrpSpPr>
            <p:grpSpPr>
              <a:xfrm>
                <a:off x="2389399" y="2595741"/>
                <a:ext cx="363638" cy="296825"/>
                <a:chOff x="2389399" y="2595741"/>
                <a:chExt cx="363638" cy="296825"/>
              </a:xfrm>
            </p:grpSpPr>
            <p:grpSp>
              <p:nvGrpSpPr>
                <p:cNvPr id="7171" name="Google Shape;7171;p48"/>
                <p:cNvGrpSpPr/>
                <p:nvPr/>
              </p:nvGrpSpPr>
              <p:grpSpPr>
                <a:xfrm>
                  <a:off x="2493852" y="2794333"/>
                  <a:ext cx="259185" cy="98232"/>
                  <a:chOff x="2493852" y="2794333"/>
                  <a:chExt cx="259185" cy="98232"/>
                </a:xfrm>
              </p:grpSpPr>
              <p:sp>
                <p:nvSpPr>
                  <p:cNvPr id="7172" name="Google Shape;7172;p4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4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4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48"/>
                <p:cNvGrpSpPr/>
                <p:nvPr/>
              </p:nvGrpSpPr>
              <p:grpSpPr>
                <a:xfrm>
                  <a:off x="2389399" y="2595741"/>
                  <a:ext cx="224343" cy="182054"/>
                  <a:chOff x="2389399" y="2595741"/>
                  <a:chExt cx="224343" cy="182054"/>
                </a:xfrm>
              </p:grpSpPr>
              <p:sp>
                <p:nvSpPr>
                  <p:cNvPr id="7176" name="Google Shape;7176;p4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8" name="Google Shape;7178;p48"/>
              <p:cNvGrpSpPr/>
              <p:nvPr/>
            </p:nvGrpSpPr>
            <p:grpSpPr>
              <a:xfrm>
                <a:off x="2683630" y="2595741"/>
                <a:ext cx="224334" cy="296825"/>
                <a:chOff x="2683630" y="2595741"/>
                <a:chExt cx="224334" cy="296825"/>
              </a:xfrm>
            </p:grpSpPr>
            <p:grpSp>
              <p:nvGrpSpPr>
                <p:cNvPr id="7179" name="Google Shape;7179;p48"/>
                <p:cNvGrpSpPr/>
                <p:nvPr/>
              </p:nvGrpSpPr>
              <p:grpSpPr>
                <a:xfrm>
                  <a:off x="2788083" y="2794333"/>
                  <a:ext cx="15356" cy="98232"/>
                  <a:chOff x="2788083" y="2794333"/>
                  <a:chExt cx="15356" cy="98232"/>
                </a:xfrm>
              </p:grpSpPr>
              <p:sp>
                <p:nvSpPr>
                  <p:cNvPr id="7180" name="Google Shape;7180;p4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4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4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48"/>
                <p:cNvGrpSpPr/>
                <p:nvPr/>
              </p:nvGrpSpPr>
              <p:grpSpPr>
                <a:xfrm>
                  <a:off x="2683630" y="2595741"/>
                  <a:ext cx="224334" cy="182054"/>
                  <a:chOff x="2683630" y="2595741"/>
                  <a:chExt cx="224334" cy="182054"/>
                </a:xfrm>
              </p:grpSpPr>
              <p:sp>
                <p:nvSpPr>
                  <p:cNvPr id="7184" name="Google Shape;7184;p4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6" name="Google Shape;7186;p48"/>
              <p:cNvGrpSpPr/>
              <p:nvPr/>
            </p:nvGrpSpPr>
            <p:grpSpPr>
              <a:xfrm>
                <a:off x="2838475" y="2595741"/>
                <a:ext cx="363719" cy="296825"/>
                <a:chOff x="2838475" y="2595741"/>
                <a:chExt cx="363719" cy="296825"/>
              </a:xfrm>
            </p:grpSpPr>
            <p:grpSp>
              <p:nvGrpSpPr>
                <p:cNvPr id="7187" name="Google Shape;7187;p48"/>
                <p:cNvGrpSpPr/>
                <p:nvPr/>
              </p:nvGrpSpPr>
              <p:grpSpPr>
                <a:xfrm>
                  <a:off x="2838475" y="2794333"/>
                  <a:ext cx="259185" cy="98232"/>
                  <a:chOff x="2838475" y="2794333"/>
                  <a:chExt cx="259185" cy="98232"/>
                </a:xfrm>
              </p:grpSpPr>
              <p:sp>
                <p:nvSpPr>
                  <p:cNvPr id="7188" name="Google Shape;7188;p4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4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48"/>
                <p:cNvGrpSpPr/>
                <p:nvPr/>
              </p:nvGrpSpPr>
              <p:grpSpPr>
                <a:xfrm>
                  <a:off x="2977852" y="2595741"/>
                  <a:ext cx="224343" cy="182054"/>
                  <a:chOff x="2977852" y="2595741"/>
                  <a:chExt cx="224343" cy="182054"/>
                </a:xfrm>
              </p:grpSpPr>
              <p:sp>
                <p:nvSpPr>
                  <p:cNvPr id="7192" name="Google Shape;7192;p4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94" name="Google Shape;7194;p48"/>
            <p:cNvGrpSpPr/>
            <p:nvPr/>
          </p:nvGrpSpPr>
          <p:grpSpPr>
            <a:xfrm>
              <a:off x="2389399" y="3100241"/>
              <a:ext cx="812796" cy="296869"/>
              <a:chOff x="2389399" y="3100241"/>
              <a:chExt cx="812796" cy="296869"/>
            </a:xfrm>
          </p:grpSpPr>
          <p:grpSp>
            <p:nvGrpSpPr>
              <p:cNvPr id="7195" name="Google Shape;7195;p48"/>
              <p:cNvGrpSpPr/>
              <p:nvPr/>
            </p:nvGrpSpPr>
            <p:grpSpPr>
              <a:xfrm>
                <a:off x="2683630" y="3100241"/>
                <a:ext cx="224334" cy="296869"/>
                <a:chOff x="2683630" y="3100241"/>
                <a:chExt cx="224334" cy="296869"/>
              </a:xfrm>
            </p:grpSpPr>
            <p:grpSp>
              <p:nvGrpSpPr>
                <p:cNvPr id="7196" name="Google Shape;7196;p48"/>
                <p:cNvGrpSpPr/>
                <p:nvPr/>
              </p:nvGrpSpPr>
              <p:grpSpPr>
                <a:xfrm>
                  <a:off x="2788083" y="3100241"/>
                  <a:ext cx="15356" cy="98237"/>
                  <a:chOff x="2788083" y="3100241"/>
                  <a:chExt cx="15356" cy="98237"/>
                </a:xfrm>
              </p:grpSpPr>
              <p:sp>
                <p:nvSpPr>
                  <p:cNvPr id="7197" name="Google Shape;7197;p4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4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48"/>
                <p:cNvGrpSpPr/>
                <p:nvPr/>
              </p:nvGrpSpPr>
              <p:grpSpPr>
                <a:xfrm>
                  <a:off x="2683630" y="3215065"/>
                  <a:ext cx="224334" cy="182045"/>
                  <a:chOff x="2683630" y="3215065"/>
                  <a:chExt cx="224334" cy="182045"/>
                </a:xfrm>
              </p:grpSpPr>
              <p:sp>
                <p:nvSpPr>
                  <p:cNvPr id="7201" name="Google Shape;7201;p4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3" name="Google Shape;7203;p48"/>
              <p:cNvGrpSpPr/>
              <p:nvPr/>
            </p:nvGrpSpPr>
            <p:grpSpPr>
              <a:xfrm>
                <a:off x="2389399" y="3100241"/>
                <a:ext cx="363638" cy="296869"/>
                <a:chOff x="2389399" y="3100241"/>
                <a:chExt cx="363638" cy="296869"/>
              </a:xfrm>
            </p:grpSpPr>
            <p:grpSp>
              <p:nvGrpSpPr>
                <p:cNvPr id="7204" name="Google Shape;7204;p48"/>
                <p:cNvGrpSpPr/>
                <p:nvPr/>
              </p:nvGrpSpPr>
              <p:grpSpPr>
                <a:xfrm>
                  <a:off x="2493852" y="3100241"/>
                  <a:ext cx="259185" cy="98237"/>
                  <a:chOff x="2493852" y="3100241"/>
                  <a:chExt cx="259185" cy="98237"/>
                </a:xfrm>
              </p:grpSpPr>
              <p:sp>
                <p:nvSpPr>
                  <p:cNvPr id="7205" name="Google Shape;7205;p4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4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48"/>
                <p:cNvGrpSpPr/>
                <p:nvPr/>
              </p:nvGrpSpPr>
              <p:grpSpPr>
                <a:xfrm>
                  <a:off x="2389399" y="3215065"/>
                  <a:ext cx="224343" cy="182045"/>
                  <a:chOff x="2389399" y="3215065"/>
                  <a:chExt cx="224343" cy="182045"/>
                </a:xfrm>
              </p:grpSpPr>
              <p:sp>
                <p:nvSpPr>
                  <p:cNvPr id="7209" name="Google Shape;7209;p4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4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1" name="Google Shape;7211;p48"/>
              <p:cNvGrpSpPr/>
              <p:nvPr/>
            </p:nvGrpSpPr>
            <p:grpSpPr>
              <a:xfrm>
                <a:off x="2838475" y="3100241"/>
                <a:ext cx="363719" cy="296869"/>
                <a:chOff x="2838475" y="3100241"/>
                <a:chExt cx="363719" cy="296869"/>
              </a:xfrm>
            </p:grpSpPr>
            <p:grpSp>
              <p:nvGrpSpPr>
                <p:cNvPr id="7212" name="Google Shape;7212;p48"/>
                <p:cNvGrpSpPr/>
                <p:nvPr/>
              </p:nvGrpSpPr>
              <p:grpSpPr>
                <a:xfrm>
                  <a:off x="2838475" y="3100241"/>
                  <a:ext cx="259185" cy="98237"/>
                  <a:chOff x="2838475" y="3100241"/>
                  <a:chExt cx="259185" cy="98237"/>
                </a:xfrm>
              </p:grpSpPr>
              <p:sp>
                <p:nvSpPr>
                  <p:cNvPr id="7213" name="Google Shape;7213;p4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4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4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48"/>
                <p:cNvGrpSpPr/>
                <p:nvPr/>
              </p:nvGrpSpPr>
              <p:grpSpPr>
                <a:xfrm>
                  <a:off x="2977852" y="3215065"/>
                  <a:ext cx="224343" cy="182045"/>
                  <a:chOff x="2977852" y="3215065"/>
                  <a:chExt cx="224343" cy="182045"/>
                </a:xfrm>
              </p:grpSpPr>
              <p:sp>
                <p:nvSpPr>
                  <p:cNvPr id="7217" name="Google Shape;7217;p4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2" name="Shape 7222"/>
        <p:cNvGrpSpPr/>
        <p:nvPr/>
      </p:nvGrpSpPr>
      <p:grpSpPr>
        <a:xfrm>
          <a:off x="0" y="0"/>
          <a:ext cx="0" cy="0"/>
          <a:chOff x="0" y="0"/>
          <a:chExt cx="0" cy="0"/>
        </a:xfrm>
      </p:grpSpPr>
      <p:grpSp>
        <p:nvGrpSpPr>
          <p:cNvPr id="7223" name="Google Shape;7223;p49"/>
          <p:cNvGrpSpPr/>
          <p:nvPr/>
        </p:nvGrpSpPr>
        <p:grpSpPr>
          <a:xfrm>
            <a:off x="702088" y="3155922"/>
            <a:ext cx="2390414" cy="1024800"/>
            <a:chOff x="728925" y="3296613"/>
            <a:chExt cx="2390414" cy="1024800"/>
          </a:xfrm>
        </p:grpSpPr>
        <p:grpSp>
          <p:nvGrpSpPr>
            <p:cNvPr id="7224" name="Google Shape;7224;p49"/>
            <p:cNvGrpSpPr/>
            <p:nvPr/>
          </p:nvGrpSpPr>
          <p:grpSpPr>
            <a:xfrm>
              <a:off x="728925" y="3619800"/>
              <a:ext cx="2390414" cy="500893"/>
              <a:chOff x="728925" y="3619800"/>
              <a:chExt cx="2390414" cy="500893"/>
            </a:xfrm>
          </p:grpSpPr>
          <p:sp>
            <p:nvSpPr>
              <p:cNvPr id="7225" name="Google Shape;7225;p4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26" name="Google Shape;7226;p4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227" name="Google Shape;7227;p49"/>
            <p:cNvGrpSpPr/>
            <p:nvPr/>
          </p:nvGrpSpPr>
          <p:grpSpPr>
            <a:xfrm>
              <a:off x="1348050" y="3296613"/>
              <a:ext cx="1706152" cy="1024800"/>
              <a:chOff x="1348050" y="3296613"/>
              <a:chExt cx="1706152" cy="1024800"/>
            </a:xfrm>
          </p:grpSpPr>
          <p:sp>
            <p:nvSpPr>
              <p:cNvPr id="7228" name="Google Shape;7228;p4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29" name="Google Shape;7229;p4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30" name="Google Shape;7230;p4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31" name="Google Shape;7231;p4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32" name="Google Shape;7232;p4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233" name="Google Shape;7233;p49"/>
            <p:cNvGrpSpPr/>
            <p:nvPr/>
          </p:nvGrpSpPr>
          <p:grpSpPr>
            <a:xfrm>
              <a:off x="1455707" y="3654858"/>
              <a:ext cx="1491150" cy="417657"/>
              <a:chOff x="1455707" y="3654858"/>
              <a:chExt cx="1491150" cy="417657"/>
            </a:xfrm>
          </p:grpSpPr>
          <p:sp>
            <p:nvSpPr>
              <p:cNvPr id="7234" name="Google Shape;7234;p4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4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4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4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4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4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4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254" name="Google Shape;7254;p49"/>
          <p:cNvGraphicFramePr/>
          <p:nvPr/>
        </p:nvGraphicFramePr>
        <p:xfrm>
          <a:off x="5937787" y="2153834"/>
          <a:ext cx="3000000" cy="3000000"/>
        </p:xfrm>
        <a:graphic>
          <a:graphicData uri="http://schemas.openxmlformats.org/drawingml/2006/table">
            <a:tbl>
              <a:tblPr>
                <a:noFill/>
                <a:tableStyleId>{65893AEC-A885-4647-9940-021805CBE263}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255" name="Google Shape;7255;p49"/>
          <p:cNvGrpSpPr/>
          <p:nvPr/>
        </p:nvGrpSpPr>
        <p:grpSpPr>
          <a:xfrm>
            <a:off x="710464" y="981599"/>
            <a:ext cx="2396505" cy="976502"/>
            <a:chOff x="749309" y="1112739"/>
            <a:chExt cx="2371603" cy="976502"/>
          </a:xfrm>
        </p:grpSpPr>
        <p:grpSp>
          <p:nvGrpSpPr>
            <p:cNvPr id="7256" name="Google Shape;7256;p49"/>
            <p:cNvGrpSpPr/>
            <p:nvPr/>
          </p:nvGrpSpPr>
          <p:grpSpPr>
            <a:xfrm>
              <a:off x="1092126" y="1112739"/>
              <a:ext cx="2028786" cy="975464"/>
              <a:chOff x="1092126" y="1112739"/>
              <a:chExt cx="2028786" cy="975464"/>
            </a:xfrm>
          </p:grpSpPr>
          <p:sp>
            <p:nvSpPr>
              <p:cNvPr id="7257" name="Google Shape;7257;p4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4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4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4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4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49"/>
            <p:cNvGrpSpPr/>
            <p:nvPr/>
          </p:nvGrpSpPr>
          <p:grpSpPr>
            <a:xfrm>
              <a:off x="749309" y="1112739"/>
              <a:ext cx="314700" cy="975464"/>
              <a:chOff x="749309" y="1112739"/>
              <a:chExt cx="314700" cy="975464"/>
            </a:xfrm>
          </p:grpSpPr>
          <p:sp>
            <p:nvSpPr>
              <p:cNvPr id="7282" name="Google Shape;7282;p4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6" name="Google Shape;7286;p4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4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290" name="Google Shape;7290;p49"/>
          <p:cNvGraphicFramePr/>
          <p:nvPr/>
        </p:nvGraphicFramePr>
        <p:xfrm>
          <a:off x="5937812" y="981584"/>
          <a:ext cx="3000000" cy="3000000"/>
        </p:xfrm>
        <a:graphic>
          <a:graphicData uri="http://schemas.openxmlformats.org/drawingml/2006/table">
            <a:tbl>
              <a:tblPr>
                <a:noFill/>
                <a:tableStyleId>{65893AEC-A885-4647-9940-021805CBE263}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291" name="Google Shape;7291;p49"/>
          <p:cNvGraphicFramePr/>
          <p:nvPr/>
        </p:nvGraphicFramePr>
        <p:xfrm>
          <a:off x="3358675" y="2153834"/>
          <a:ext cx="3000000" cy="3000000"/>
        </p:xfrm>
        <a:graphic>
          <a:graphicData uri="http://schemas.openxmlformats.org/drawingml/2006/table">
            <a:tbl>
              <a:tblPr>
                <a:noFill/>
                <a:tableStyleId>{65893AEC-A885-4647-9940-021805CBE263}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292" name="Google Shape;7292;p49"/>
          <p:cNvGrpSpPr/>
          <p:nvPr/>
        </p:nvGrpSpPr>
        <p:grpSpPr>
          <a:xfrm>
            <a:off x="3360661" y="3144795"/>
            <a:ext cx="2363377" cy="1047062"/>
            <a:chOff x="3358399" y="3285485"/>
            <a:chExt cx="2363377" cy="1047062"/>
          </a:xfrm>
        </p:grpSpPr>
        <p:grpSp>
          <p:nvGrpSpPr>
            <p:cNvPr id="7293" name="Google Shape;7293;p49"/>
            <p:cNvGrpSpPr/>
            <p:nvPr/>
          </p:nvGrpSpPr>
          <p:grpSpPr>
            <a:xfrm>
              <a:off x="3358412" y="3285485"/>
              <a:ext cx="2363244" cy="139500"/>
              <a:chOff x="3358412" y="3285485"/>
              <a:chExt cx="2363244" cy="139500"/>
            </a:xfrm>
          </p:grpSpPr>
          <p:sp>
            <p:nvSpPr>
              <p:cNvPr id="7294" name="Google Shape;7294;p4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49"/>
            <p:cNvGrpSpPr/>
            <p:nvPr/>
          </p:nvGrpSpPr>
          <p:grpSpPr>
            <a:xfrm>
              <a:off x="3358412" y="3466996"/>
              <a:ext cx="2363244" cy="139500"/>
              <a:chOff x="3358412" y="3466996"/>
              <a:chExt cx="2363244" cy="139500"/>
            </a:xfrm>
          </p:grpSpPr>
          <p:sp>
            <p:nvSpPr>
              <p:cNvPr id="7300" name="Google Shape;7300;p4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49"/>
            <p:cNvGrpSpPr/>
            <p:nvPr/>
          </p:nvGrpSpPr>
          <p:grpSpPr>
            <a:xfrm>
              <a:off x="3358412" y="3648507"/>
              <a:ext cx="2363244" cy="139500"/>
              <a:chOff x="3358412" y="3648507"/>
              <a:chExt cx="2363244" cy="139500"/>
            </a:xfrm>
          </p:grpSpPr>
          <p:sp>
            <p:nvSpPr>
              <p:cNvPr id="7306" name="Google Shape;7306;p4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49"/>
            <p:cNvGrpSpPr/>
            <p:nvPr/>
          </p:nvGrpSpPr>
          <p:grpSpPr>
            <a:xfrm>
              <a:off x="3358412" y="3830018"/>
              <a:ext cx="2363244" cy="139500"/>
              <a:chOff x="3358412" y="3830018"/>
              <a:chExt cx="2363244" cy="139500"/>
            </a:xfrm>
          </p:grpSpPr>
          <p:sp>
            <p:nvSpPr>
              <p:cNvPr id="7312" name="Google Shape;7312;p4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4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49"/>
            <p:cNvGrpSpPr/>
            <p:nvPr/>
          </p:nvGrpSpPr>
          <p:grpSpPr>
            <a:xfrm>
              <a:off x="3358399" y="4011514"/>
              <a:ext cx="2363377" cy="139537"/>
              <a:chOff x="3294800" y="4134603"/>
              <a:chExt cx="2638876" cy="152400"/>
            </a:xfrm>
          </p:grpSpPr>
          <p:sp>
            <p:nvSpPr>
              <p:cNvPr id="7318" name="Google Shape;7318;p4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49"/>
            <p:cNvGrpSpPr/>
            <p:nvPr/>
          </p:nvGrpSpPr>
          <p:grpSpPr>
            <a:xfrm>
              <a:off x="3358399" y="4193010"/>
              <a:ext cx="2363377" cy="139537"/>
              <a:chOff x="3294800" y="4134603"/>
              <a:chExt cx="2638876" cy="152400"/>
            </a:xfrm>
          </p:grpSpPr>
          <p:sp>
            <p:nvSpPr>
              <p:cNvPr id="7324" name="Google Shape;7324;p4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329" name="Google Shape;7329;p49"/>
          <p:cNvGraphicFramePr/>
          <p:nvPr/>
        </p:nvGraphicFramePr>
        <p:xfrm>
          <a:off x="711463" y="2153834"/>
          <a:ext cx="3000000" cy="3000000"/>
        </p:xfrm>
        <a:graphic>
          <a:graphicData uri="http://schemas.openxmlformats.org/drawingml/2006/table">
            <a:tbl>
              <a:tblPr>
                <a:noFill/>
                <a:tableStyleId>{65893AEC-A885-4647-9940-021805CBE263}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330" name="Google Shape;7330;p49"/>
          <p:cNvGrpSpPr/>
          <p:nvPr/>
        </p:nvGrpSpPr>
        <p:grpSpPr>
          <a:xfrm>
            <a:off x="4161132" y="2557649"/>
            <a:ext cx="1302095" cy="60959"/>
            <a:chOff x="3558802" y="4011427"/>
            <a:chExt cx="1866000" cy="111300"/>
          </a:xfrm>
        </p:grpSpPr>
        <p:sp>
          <p:nvSpPr>
            <p:cNvPr id="7331" name="Google Shape;7331;p4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49"/>
          <p:cNvGrpSpPr/>
          <p:nvPr/>
        </p:nvGrpSpPr>
        <p:grpSpPr>
          <a:xfrm>
            <a:off x="4706620" y="2839808"/>
            <a:ext cx="914340" cy="60959"/>
            <a:chOff x="3558802" y="4011427"/>
            <a:chExt cx="1866000" cy="111300"/>
          </a:xfrm>
        </p:grpSpPr>
        <p:sp>
          <p:nvSpPr>
            <p:cNvPr id="7334" name="Google Shape;7334;p4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49"/>
          <p:cNvGrpSpPr/>
          <p:nvPr/>
        </p:nvGrpSpPr>
        <p:grpSpPr>
          <a:xfrm>
            <a:off x="5871419" y="3167606"/>
            <a:ext cx="2522867" cy="1001454"/>
            <a:chOff x="1904318" y="789980"/>
            <a:chExt cx="1489472" cy="606868"/>
          </a:xfrm>
        </p:grpSpPr>
        <p:cxnSp>
          <p:nvCxnSpPr>
            <p:cNvPr id="7337" name="Google Shape;7337;p4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338" name="Google Shape;7338;p4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339" name="Google Shape;7339;p4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340" name="Google Shape;7340;p4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341" name="Google Shape;7341;p4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342" name="Google Shape;7342;p4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343" name="Google Shape;7343;p4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344" name="Google Shape;7344;p4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4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4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9"/>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351" name="Google Shape;7351;p49"/>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352" name="Google Shape;7352;p49"/>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353" name="Google Shape;7353;p4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49"/>
          <p:cNvGrpSpPr/>
          <p:nvPr/>
        </p:nvGrpSpPr>
        <p:grpSpPr>
          <a:xfrm>
            <a:off x="3355824" y="951642"/>
            <a:ext cx="2363393" cy="1005865"/>
            <a:chOff x="3292400" y="1193188"/>
            <a:chExt cx="2615240" cy="1131075"/>
          </a:xfrm>
        </p:grpSpPr>
        <p:sp>
          <p:nvSpPr>
            <p:cNvPr id="7355" name="Google Shape;7355;p4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56" name="Google Shape;7356;p4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57" name="Google Shape;7357;p4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358" name="Google Shape;7358;p4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359" name="Google Shape;7359;p4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360" name="Google Shape;7360;p4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361" name="Google Shape;7361;p4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362" name="Google Shape;7362;p4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363" name="Google Shape;7363;p4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364" name="Google Shape;7364;p4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365" name="Google Shape;7365;p4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66" name="Google Shape;7366;p4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367" name="Google Shape;7367;p4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68" name="Google Shape;7368;p4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369" name="Google Shape;7369;p49"/>
            <p:cNvGrpSpPr/>
            <p:nvPr/>
          </p:nvGrpSpPr>
          <p:grpSpPr>
            <a:xfrm>
              <a:off x="3748438" y="1378608"/>
              <a:ext cx="2159202" cy="903971"/>
              <a:chOff x="1683525" y="2179850"/>
              <a:chExt cx="4519050" cy="2134525"/>
            </a:xfrm>
          </p:grpSpPr>
          <p:sp>
            <p:nvSpPr>
              <p:cNvPr id="7370" name="Google Shape;7370;p4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1" name="Google Shape;7371;p4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2" name="Google Shape;7372;p4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3" name="Google Shape;7373;p4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4" name="Google Shape;7374;p4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5" name="Google Shape;7375;p4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6" name="Google Shape;7376;p4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7" name="Google Shape;7377;p4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8" name="Google Shape;7378;p4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9" name="Google Shape;7379;p4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80" name="Google Shape;7380;p4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81" name="Google Shape;7381;p4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5" name="Shape 7385"/>
        <p:cNvGrpSpPr/>
        <p:nvPr/>
      </p:nvGrpSpPr>
      <p:grpSpPr>
        <a:xfrm>
          <a:off x="0" y="0"/>
          <a:ext cx="0" cy="0"/>
          <a:chOff x="0" y="0"/>
          <a:chExt cx="0" cy="0"/>
        </a:xfrm>
      </p:grpSpPr>
      <p:grpSp>
        <p:nvGrpSpPr>
          <p:cNvPr id="7386" name="Google Shape;7386;p50"/>
          <p:cNvGrpSpPr/>
          <p:nvPr/>
        </p:nvGrpSpPr>
        <p:grpSpPr>
          <a:xfrm>
            <a:off x="4796690" y="970936"/>
            <a:ext cx="745431" cy="718863"/>
            <a:chOff x="4249973" y="1201875"/>
            <a:chExt cx="1958568" cy="1888762"/>
          </a:xfrm>
        </p:grpSpPr>
        <p:sp>
          <p:nvSpPr>
            <p:cNvPr id="7387" name="Google Shape;7387;p5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8" name="Google Shape;7388;p50"/>
            <p:cNvGrpSpPr/>
            <p:nvPr/>
          </p:nvGrpSpPr>
          <p:grpSpPr>
            <a:xfrm>
              <a:off x="5853086" y="1789142"/>
              <a:ext cx="355454" cy="1048099"/>
              <a:chOff x="5576108" y="2016725"/>
              <a:chExt cx="565200" cy="1666560"/>
            </a:xfrm>
          </p:grpSpPr>
          <p:sp>
            <p:nvSpPr>
              <p:cNvPr id="7389" name="Google Shape;7389;p5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90" name="Google Shape;7390;p5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0"/>
            <p:cNvGrpSpPr/>
            <p:nvPr/>
          </p:nvGrpSpPr>
          <p:grpSpPr>
            <a:xfrm>
              <a:off x="4869455" y="2691676"/>
              <a:ext cx="1013897" cy="398961"/>
              <a:chOff x="4012057" y="3451825"/>
              <a:chExt cx="1612175" cy="634379"/>
            </a:xfrm>
          </p:grpSpPr>
          <p:sp>
            <p:nvSpPr>
              <p:cNvPr id="7392" name="Google Shape;7392;p5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93" name="Google Shape;7393;p5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50"/>
            <p:cNvGrpSpPr/>
            <p:nvPr/>
          </p:nvGrpSpPr>
          <p:grpSpPr>
            <a:xfrm>
              <a:off x="4276937" y="2155961"/>
              <a:ext cx="651965" cy="891358"/>
              <a:chOff x="3069908" y="2599997"/>
              <a:chExt cx="1036675" cy="1417328"/>
            </a:xfrm>
          </p:grpSpPr>
          <p:sp>
            <p:nvSpPr>
              <p:cNvPr id="7395" name="Google Shape;7395;p5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96" name="Google Shape;7396;p5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50"/>
            <p:cNvGrpSpPr/>
            <p:nvPr/>
          </p:nvGrpSpPr>
          <p:grpSpPr>
            <a:xfrm>
              <a:off x="5054918" y="1201875"/>
              <a:ext cx="999548" cy="602711"/>
              <a:chOff x="4306958" y="1082925"/>
              <a:chExt cx="1589359" cy="958358"/>
            </a:xfrm>
          </p:grpSpPr>
          <p:sp>
            <p:nvSpPr>
              <p:cNvPr id="7398" name="Google Shape;7398;p5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99" name="Google Shape;7399;p5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50"/>
            <p:cNvGrpSpPr/>
            <p:nvPr/>
          </p:nvGrpSpPr>
          <p:grpSpPr>
            <a:xfrm>
              <a:off x="4249973" y="1303451"/>
              <a:ext cx="799317" cy="841334"/>
              <a:chOff x="3027033" y="1244439"/>
              <a:chExt cx="1270977" cy="1337786"/>
            </a:xfrm>
          </p:grpSpPr>
          <p:sp>
            <p:nvSpPr>
              <p:cNvPr id="7401" name="Google Shape;7401;p5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02" name="Google Shape;7402;p5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3" name="Google Shape;7403;p50"/>
          <p:cNvGrpSpPr/>
          <p:nvPr/>
        </p:nvGrpSpPr>
        <p:grpSpPr>
          <a:xfrm>
            <a:off x="713063" y="1849386"/>
            <a:ext cx="761767" cy="729896"/>
            <a:chOff x="2657744" y="2337745"/>
            <a:chExt cx="832987" cy="798137"/>
          </a:xfrm>
        </p:grpSpPr>
        <p:sp>
          <p:nvSpPr>
            <p:cNvPr id="7404" name="Google Shape;7404;p5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50"/>
          <p:cNvGrpSpPr/>
          <p:nvPr/>
        </p:nvGrpSpPr>
        <p:grpSpPr>
          <a:xfrm>
            <a:off x="3224027" y="1852592"/>
            <a:ext cx="685569" cy="723586"/>
            <a:chOff x="3398134" y="2057755"/>
            <a:chExt cx="704087" cy="743130"/>
          </a:xfrm>
        </p:grpSpPr>
        <p:grpSp>
          <p:nvGrpSpPr>
            <p:cNvPr id="7411" name="Google Shape;7411;p50"/>
            <p:cNvGrpSpPr/>
            <p:nvPr/>
          </p:nvGrpSpPr>
          <p:grpSpPr>
            <a:xfrm>
              <a:off x="3398134" y="2290183"/>
              <a:ext cx="315300" cy="219900"/>
              <a:chOff x="3398134" y="2290183"/>
              <a:chExt cx="315300" cy="219900"/>
            </a:xfrm>
          </p:grpSpPr>
          <p:sp>
            <p:nvSpPr>
              <p:cNvPr id="7412" name="Google Shape;7412;p5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13" name="Google Shape;7413;p50"/>
              <p:cNvCxnSpPr>
                <a:stCxn id="741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414" name="Google Shape;7414;p50"/>
            <p:cNvGrpSpPr/>
            <p:nvPr/>
          </p:nvGrpSpPr>
          <p:grpSpPr>
            <a:xfrm>
              <a:off x="3547823" y="2467358"/>
              <a:ext cx="219900" cy="333527"/>
              <a:chOff x="3547823" y="2467358"/>
              <a:chExt cx="219900" cy="333527"/>
            </a:xfrm>
          </p:grpSpPr>
          <p:sp>
            <p:nvSpPr>
              <p:cNvPr id="7415" name="Google Shape;7415;p5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16" name="Google Shape;7416;p5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417" name="Google Shape;7417;p50"/>
            <p:cNvGrpSpPr/>
            <p:nvPr/>
          </p:nvGrpSpPr>
          <p:grpSpPr>
            <a:xfrm>
              <a:off x="3734138" y="2467358"/>
              <a:ext cx="219900" cy="333527"/>
              <a:chOff x="3734138" y="2467358"/>
              <a:chExt cx="219900" cy="333527"/>
            </a:xfrm>
          </p:grpSpPr>
          <p:sp>
            <p:nvSpPr>
              <p:cNvPr id="7418" name="Google Shape;7418;p5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19" name="Google Shape;7419;p5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420" name="Google Shape;7420;p50"/>
            <p:cNvGrpSpPr/>
            <p:nvPr/>
          </p:nvGrpSpPr>
          <p:grpSpPr>
            <a:xfrm>
              <a:off x="3787560" y="2288011"/>
              <a:ext cx="314661" cy="219900"/>
              <a:chOff x="3787560" y="2288011"/>
              <a:chExt cx="314661" cy="219900"/>
            </a:xfrm>
          </p:grpSpPr>
          <p:sp>
            <p:nvSpPr>
              <p:cNvPr id="7421" name="Google Shape;7421;p5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22" name="Google Shape;7422;p5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423" name="Google Shape;7423;p50"/>
            <p:cNvGrpSpPr/>
            <p:nvPr/>
          </p:nvGrpSpPr>
          <p:grpSpPr>
            <a:xfrm>
              <a:off x="3637290" y="2057755"/>
              <a:ext cx="219900" cy="335499"/>
              <a:chOff x="3637290" y="2057755"/>
              <a:chExt cx="219900" cy="335499"/>
            </a:xfrm>
          </p:grpSpPr>
          <p:sp>
            <p:nvSpPr>
              <p:cNvPr id="7424" name="Google Shape;7424;p5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425" name="Google Shape;7425;p5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426" name="Google Shape;7426;p50"/>
          <p:cNvGrpSpPr/>
          <p:nvPr/>
        </p:nvGrpSpPr>
        <p:grpSpPr>
          <a:xfrm>
            <a:off x="4899249" y="1859288"/>
            <a:ext cx="710153" cy="710153"/>
            <a:chOff x="5007123" y="2079403"/>
            <a:chExt cx="687600" cy="687600"/>
          </a:xfrm>
        </p:grpSpPr>
        <p:sp>
          <p:nvSpPr>
            <p:cNvPr id="7427" name="Google Shape;7427;p5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50"/>
          <p:cNvGrpSpPr/>
          <p:nvPr/>
        </p:nvGrpSpPr>
        <p:grpSpPr>
          <a:xfrm>
            <a:off x="5708687" y="1853794"/>
            <a:ext cx="720998" cy="721183"/>
            <a:chOff x="5797446" y="2063053"/>
            <a:chExt cx="698100" cy="698280"/>
          </a:xfrm>
        </p:grpSpPr>
        <p:sp>
          <p:nvSpPr>
            <p:cNvPr id="7432" name="Google Shape;7432;p5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50"/>
          <p:cNvGrpSpPr/>
          <p:nvPr/>
        </p:nvGrpSpPr>
        <p:grpSpPr>
          <a:xfrm>
            <a:off x="8153834" y="3499399"/>
            <a:ext cx="280585" cy="673164"/>
            <a:chOff x="8075075" y="3754290"/>
            <a:chExt cx="255612" cy="613194"/>
          </a:xfrm>
        </p:grpSpPr>
        <p:grpSp>
          <p:nvGrpSpPr>
            <p:cNvPr id="7437" name="Google Shape;7437;p50"/>
            <p:cNvGrpSpPr/>
            <p:nvPr/>
          </p:nvGrpSpPr>
          <p:grpSpPr>
            <a:xfrm>
              <a:off x="8075075" y="3754290"/>
              <a:ext cx="255612" cy="613194"/>
              <a:chOff x="8075075" y="3754290"/>
              <a:chExt cx="255612" cy="613194"/>
            </a:xfrm>
          </p:grpSpPr>
          <p:sp>
            <p:nvSpPr>
              <p:cNvPr id="7438" name="Google Shape;7438;p5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0" name="Google Shape;7440;p5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50"/>
          <p:cNvGrpSpPr/>
          <p:nvPr/>
        </p:nvGrpSpPr>
        <p:grpSpPr>
          <a:xfrm>
            <a:off x="5270892" y="3488196"/>
            <a:ext cx="470352" cy="683745"/>
            <a:chOff x="1697726" y="3244179"/>
            <a:chExt cx="788124" cy="1146069"/>
          </a:xfrm>
        </p:grpSpPr>
        <p:sp>
          <p:nvSpPr>
            <p:cNvPr id="7442" name="Google Shape;7442;p5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4" name="Google Shape;7444;p50"/>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5" name="Google Shape;7445;p50"/>
          <p:cNvGrpSpPr/>
          <p:nvPr/>
        </p:nvGrpSpPr>
        <p:grpSpPr>
          <a:xfrm>
            <a:off x="5892043" y="3499398"/>
            <a:ext cx="293891" cy="293845"/>
            <a:chOff x="6134814" y="3754290"/>
            <a:chExt cx="293891" cy="293845"/>
          </a:xfrm>
        </p:grpSpPr>
        <p:sp>
          <p:nvSpPr>
            <p:cNvPr id="7446" name="Google Shape;7446;p5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50"/>
          <p:cNvGrpSpPr/>
          <p:nvPr/>
        </p:nvGrpSpPr>
        <p:grpSpPr>
          <a:xfrm>
            <a:off x="5892043" y="3878069"/>
            <a:ext cx="293891" cy="293891"/>
            <a:chOff x="6134814" y="4086186"/>
            <a:chExt cx="293891" cy="293891"/>
          </a:xfrm>
        </p:grpSpPr>
        <p:sp>
          <p:nvSpPr>
            <p:cNvPr id="7449" name="Google Shape;7449;p5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1" name="Google Shape;7451;p50"/>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0"/>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3" name="Google Shape;7453;p50"/>
          <p:cNvGrpSpPr/>
          <p:nvPr/>
        </p:nvGrpSpPr>
        <p:grpSpPr>
          <a:xfrm>
            <a:off x="7817018" y="2706762"/>
            <a:ext cx="622883" cy="621944"/>
            <a:chOff x="1187048" y="238125"/>
            <a:chExt cx="5256397" cy="5248476"/>
          </a:xfrm>
        </p:grpSpPr>
        <p:sp>
          <p:nvSpPr>
            <p:cNvPr id="7454" name="Google Shape;7454;p5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50"/>
          <p:cNvGrpSpPr/>
          <p:nvPr/>
        </p:nvGrpSpPr>
        <p:grpSpPr>
          <a:xfrm>
            <a:off x="2274123" y="2716370"/>
            <a:ext cx="1310987" cy="612407"/>
            <a:chOff x="238125" y="1188750"/>
            <a:chExt cx="7140450" cy="3335550"/>
          </a:xfrm>
        </p:grpSpPr>
        <p:sp>
          <p:nvSpPr>
            <p:cNvPr id="7459" name="Google Shape;7459;p5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50"/>
          <p:cNvGrpSpPr/>
          <p:nvPr/>
        </p:nvGrpSpPr>
        <p:grpSpPr>
          <a:xfrm>
            <a:off x="6599995" y="2706925"/>
            <a:ext cx="1110299" cy="621702"/>
            <a:chOff x="238125" y="1335475"/>
            <a:chExt cx="5418735" cy="3034175"/>
          </a:xfrm>
        </p:grpSpPr>
        <p:sp>
          <p:nvSpPr>
            <p:cNvPr id="7465" name="Google Shape;7465;p5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50"/>
          <p:cNvGrpSpPr/>
          <p:nvPr/>
        </p:nvGrpSpPr>
        <p:grpSpPr>
          <a:xfrm>
            <a:off x="5417655" y="2703822"/>
            <a:ext cx="1074451" cy="627181"/>
            <a:chOff x="5359127" y="2910889"/>
            <a:chExt cx="1097723" cy="640831"/>
          </a:xfrm>
        </p:grpSpPr>
        <p:grpSp>
          <p:nvGrpSpPr>
            <p:cNvPr id="7469" name="Google Shape;7469;p50"/>
            <p:cNvGrpSpPr/>
            <p:nvPr/>
          </p:nvGrpSpPr>
          <p:grpSpPr>
            <a:xfrm>
              <a:off x="5929791" y="3263088"/>
              <a:ext cx="527060" cy="287097"/>
              <a:chOff x="5929791" y="3263088"/>
              <a:chExt cx="527060" cy="287097"/>
            </a:xfrm>
          </p:grpSpPr>
          <p:sp>
            <p:nvSpPr>
              <p:cNvPr id="7470" name="Google Shape;7470;p5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71" name="Google Shape;7471;p5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72" name="Google Shape;7472;p50"/>
            <p:cNvGrpSpPr/>
            <p:nvPr/>
          </p:nvGrpSpPr>
          <p:grpSpPr>
            <a:xfrm>
              <a:off x="5359127" y="3263089"/>
              <a:ext cx="526428" cy="288631"/>
              <a:chOff x="5359127" y="3263089"/>
              <a:chExt cx="526428" cy="288631"/>
            </a:xfrm>
          </p:grpSpPr>
          <p:sp>
            <p:nvSpPr>
              <p:cNvPr id="7473" name="Google Shape;7473;p5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74" name="Google Shape;7474;p5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75" name="Google Shape;7475;p50"/>
            <p:cNvGrpSpPr/>
            <p:nvPr/>
          </p:nvGrpSpPr>
          <p:grpSpPr>
            <a:xfrm>
              <a:off x="5551525" y="2910889"/>
              <a:ext cx="520901" cy="610283"/>
              <a:chOff x="5551525" y="2910889"/>
              <a:chExt cx="520901" cy="610283"/>
            </a:xfrm>
          </p:grpSpPr>
          <p:sp>
            <p:nvSpPr>
              <p:cNvPr id="7476" name="Google Shape;7476;p5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77" name="Google Shape;7477;p5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78" name="Google Shape;7478;p50"/>
            <p:cNvGrpSpPr/>
            <p:nvPr/>
          </p:nvGrpSpPr>
          <p:grpSpPr>
            <a:xfrm>
              <a:off x="5743962" y="2919100"/>
              <a:ext cx="623674" cy="284502"/>
              <a:chOff x="5743962" y="2919100"/>
              <a:chExt cx="623674" cy="284502"/>
            </a:xfrm>
          </p:grpSpPr>
          <p:sp>
            <p:nvSpPr>
              <p:cNvPr id="7479" name="Google Shape;7479;p5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80" name="Google Shape;7480;p5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481" name="Google Shape;7481;p50"/>
          <p:cNvGrpSpPr/>
          <p:nvPr/>
        </p:nvGrpSpPr>
        <p:grpSpPr>
          <a:xfrm>
            <a:off x="7568868" y="1854534"/>
            <a:ext cx="874976" cy="719600"/>
            <a:chOff x="7608988" y="2093194"/>
            <a:chExt cx="817276" cy="672147"/>
          </a:xfrm>
        </p:grpSpPr>
        <p:cxnSp>
          <p:nvCxnSpPr>
            <p:cNvPr id="7482" name="Google Shape;7482;p5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83" name="Google Shape;7483;p5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84" name="Google Shape;7484;p5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85" name="Google Shape;7485;p5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86" name="Google Shape;7486;p5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487" name="Google Shape;7487;p5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488" name="Google Shape;7488;p50"/>
            <p:cNvGrpSpPr/>
            <p:nvPr/>
          </p:nvGrpSpPr>
          <p:grpSpPr>
            <a:xfrm>
              <a:off x="7721175" y="2093194"/>
              <a:ext cx="599587" cy="623846"/>
              <a:chOff x="7721175" y="2093194"/>
              <a:chExt cx="599587" cy="623846"/>
            </a:xfrm>
          </p:grpSpPr>
          <p:grpSp>
            <p:nvGrpSpPr>
              <p:cNvPr id="7489" name="Google Shape;7489;p50"/>
              <p:cNvGrpSpPr/>
              <p:nvPr/>
            </p:nvGrpSpPr>
            <p:grpSpPr>
              <a:xfrm>
                <a:off x="7721175" y="2093194"/>
                <a:ext cx="291605" cy="623846"/>
                <a:chOff x="9405575" y="2061418"/>
                <a:chExt cx="291605" cy="623846"/>
              </a:xfrm>
            </p:grpSpPr>
            <p:sp>
              <p:nvSpPr>
                <p:cNvPr id="7490" name="Google Shape;7490;p5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50"/>
              <p:cNvGrpSpPr/>
              <p:nvPr/>
            </p:nvGrpSpPr>
            <p:grpSpPr>
              <a:xfrm flipH="1">
                <a:off x="8029157" y="2093194"/>
                <a:ext cx="291605" cy="623846"/>
                <a:chOff x="9405575" y="2061418"/>
                <a:chExt cx="291605" cy="623846"/>
              </a:xfrm>
            </p:grpSpPr>
            <p:sp>
              <p:nvSpPr>
                <p:cNvPr id="7498" name="Google Shape;7498;p5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05" name="Google Shape;7505;p50"/>
          <p:cNvGrpSpPr/>
          <p:nvPr/>
        </p:nvGrpSpPr>
        <p:grpSpPr>
          <a:xfrm>
            <a:off x="4013304" y="970936"/>
            <a:ext cx="712557" cy="785901"/>
            <a:chOff x="4206459" y="1191441"/>
            <a:chExt cx="712557" cy="785901"/>
          </a:xfrm>
        </p:grpSpPr>
        <p:sp>
          <p:nvSpPr>
            <p:cNvPr id="7506" name="Google Shape;7506;p5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0" name="Google Shape;7510;p50"/>
            <p:cNvGrpSpPr/>
            <p:nvPr/>
          </p:nvGrpSpPr>
          <p:grpSpPr>
            <a:xfrm>
              <a:off x="4644280" y="1290523"/>
              <a:ext cx="143716" cy="29463"/>
              <a:chOff x="4644280" y="1290523"/>
              <a:chExt cx="143716" cy="29463"/>
            </a:xfrm>
          </p:grpSpPr>
          <p:sp>
            <p:nvSpPr>
              <p:cNvPr id="7511" name="Google Shape;7511;p5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0"/>
            <p:cNvGrpSpPr/>
            <p:nvPr/>
          </p:nvGrpSpPr>
          <p:grpSpPr>
            <a:xfrm>
              <a:off x="4356567" y="1191441"/>
              <a:ext cx="143690" cy="29488"/>
              <a:chOff x="4356567" y="1191441"/>
              <a:chExt cx="143690" cy="29488"/>
            </a:xfrm>
          </p:grpSpPr>
          <p:sp>
            <p:nvSpPr>
              <p:cNvPr id="7516" name="Google Shape;7516;p5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50"/>
            <p:cNvGrpSpPr/>
            <p:nvPr/>
          </p:nvGrpSpPr>
          <p:grpSpPr>
            <a:xfrm>
              <a:off x="4339009" y="1863727"/>
              <a:ext cx="143703" cy="29476"/>
              <a:chOff x="4339009" y="1863727"/>
              <a:chExt cx="143703" cy="29476"/>
            </a:xfrm>
          </p:grpSpPr>
          <p:sp>
            <p:nvSpPr>
              <p:cNvPr id="7521" name="Google Shape;7521;p5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50"/>
            <p:cNvGrpSpPr/>
            <p:nvPr/>
          </p:nvGrpSpPr>
          <p:grpSpPr>
            <a:xfrm>
              <a:off x="4206459" y="1607315"/>
              <a:ext cx="29539" cy="142899"/>
              <a:chOff x="4206459" y="1607315"/>
              <a:chExt cx="29539" cy="142899"/>
            </a:xfrm>
          </p:grpSpPr>
          <p:sp>
            <p:nvSpPr>
              <p:cNvPr id="7526" name="Google Shape;7526;p5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0" name="Google Shape;7530;p5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4" name="Google Shape;7534;p50"/>
            <p:cNvGrpSpPr/>
            <p:nvPr/>
          </p:nvGrpSpPr>
          <p:grpSpPr>
            <a:xfrm>
              <a:off x="4889463" y="1423737"/>
              <a:ext cx="29552" cy="142899"/>
              <a:chOff x="4889463" y="1423737"/>
              <a:chExt cx="29552" cy="142899"/>
            </a:xfrm>
          </p:grpSpPr>
          <p:sp>
            <p:nvSpPr>
              <p:cNvPr id="7535" name="Google Shape;7535;p5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50"/>
            <p:cNvGrpSpPr/>
            <p:nvPr/>
          </p:nvGrpSpPr>
          <p:grpSpPr>
            <a:xfrm>
              <a:off x="4771663" y="1876896"/>
              <a:ext cx="108651" cy="100447"/>
              <a:chOff x="4771663" y="1876896"/>
              <a:chExt cx="108651" cy="100447"/>
            </a:xfrm>
          </p:grpSpPr>
          <p:sp>
            <p:nvSpPr>
              <p:cNvPr id="7540" name="Google Shape;7540;p5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4" name="Google Shape;7544;p50"/>
          <p:cNvGrpSpPr/>
          <p:nvPr/>
        </p:nvGrpSpPr>
        <p:grpSpPr>
          <a:xfrm>
            <a:off x="4008780" y="1854159"/>
            <a:ext cx="791287" cy="720350"/>
            <a:chOff x="267375" y="1071875"/>
            <a:chExt cx="470500" cy="428550"/>
          </a:xfrm>
        </p:grpSpPr>
        <p:sp>
          <p:nvSpPr>
            <p:cNvPr id="7545" name="Google Shape;7545;p5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50"/>
          <p:cNvGrpSpPr/>
          <p:nvPr/>
        </p:nvGrpSpPr>
        <p:grpSpPr>
          <a:xfrm>
            <a:off x="709275" y="3498789"/>
            <a:ext cx="1408444" cy="673166"/>
            <a:chOff x="712664" y="3693287"/>
            <a:chExt cx="1460738" cy="698160"/>
          </a:xfrm>
        </p:grpSpPr>
        <p:grpSp>
          <p:nvGrpSpPr>
            <p:cNvPr id="7554" name="Google Shape;7554;p50"/>
            <p:cNvGrpSpPr/>
            <p:nvPr/>
          </p:nvGrpSpPr>
          <p:grpSpPr>
            <a:xfrm>
              <a:off x="1380079" y="4133090"/>
              <a:ext cx="234048" cy="258099"/>
              <a:chOff x="1380079" y="4133090"/>
              <a:chExt cx="234048" cy="258099"/>
            </a:xfrm>
          </p:grpSpPr>
          <p:sp>
            <p:nvSpPr>
              <p:cNvPr id="7555" name="Google Shape;7555;p5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50"/>
            <p:cNvGrpSpPr/>
            <p:nvPr/>
          </p:nvGrpSpPr>
          <p:grpSpPr>
            <a:xfrm>
              <a:off x="884610" y="3864082"/>
              <a:ext cx="1118566" cy="527275"/>
              <a:chOff x="890961" y="3865463"/>
              <a:chExt cx="1115221" cy="525698"/>
            </a:xfrm>
          </p:grpSpPr>
          <p:sp>
            <p:nvSpPr>
              <p:cNvPr id="7559" name="Google Shape;7559;p5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50"/>
            <p:cNvGrpSpPr/>
            <p:nvPr/>
          </p:nvGrpSpPr>
          <p:grpSpPr>
            <a:xfrm>
              <a:off x="712664" y="3693287"/>
              <a:ext cx="1460738" cy="698160"/>
              <a:chOff x="712664" y="3693025"/>
              <a:chExt cx="1460738" cy="698160"/>
            </a:xfrm>
          </p:grpSpPr>
          <p:sp>
            <p:nvSpPr>
              <p:cNvPr id="7563" name="Google Shape;7563;p5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9" name="Google Shape;7569;p50"/>
          <p:cNvGrpSpPr/>
          <p:nvPr/>
        </p:nvGrpSpPr>
        <p:grpSpPr>
          <a:xfrm>
            <a:off x="3146990" y="970936"/>
            <a:ext cx="795485" cy="738831"/>
            <a:chOff x="3348603" y="1236445"/>
            <a:chExt cx="749256" cy="695894"/>
          </a:xfrm>
        </p:grpSpPr>
        <p:grpSp>
          <p:nvGrpSpPr>
            <p:cNvPr id="7570" name="Google Shape;7570;p50"/>
            <p:cNvGrpSpPr/>
            <p:nvPr/>
          </p:nvGrpSpPr>
          <p:grpSpPr>
            <a:xfrm>
              <a:off x="3583779" y="1236445"/>
              <a:ext cx="293795" cy="285811"/>
              <a:chOff x="3750225" y="1774000"/>
              <a:chExt cx="149575" cy="145525"/>
            </a:xfrm>
          </p:grpSpPr>
          <p:sp>
            <p:nvSpPr>
              <p:cNvPr id="7571" name="Google Shape;7571;p5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50"/>
            <p:cNvGrpSpPr/>
            <p:nvPr/>
          </p:nvGrpSpPr>
          <p:grpSpPr>
            <a:xfrm>
              <a:off x="3775534" y="1462599"/>
              <a:ext cx="322325" cy="285958"/>
              <a:chOff x="3847850" y="1889150"/>
              <a:chExt cx="164100" cy="145600"/>
            </a:xfrm>
          </p:grpSpPr>
          <p:sp>
            <p:nvSpPr>
              <p:cNvPr id="7574" name="Google Shape;7574;p5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0"/>
            <p:cNvGrpSpPr/>
            <p:nvPr/>
          </p:nvGrpSpPr>
          <p:grpSpPr>
            <a:xfrm>
              <a:off x="3545329" y="1646528"/>
              <a:ext cx="293746" cy="285811"/>
              <a:chOff x="3730650" y="1982800"/>
              <a:chExt cx="149550" cy="145525"/>
            </a:xfrm>
          </p:grpSpPr>
          <p:sp>
            <p:nvSpPr>
              <p:cNvPr id="7577" name="Google Shape;7577;p5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50"/>
            <p:cNvGrpSpPr/>
            <p:nvPr/>
          </p:nvGrpSpPr>
          <p:grpSpPr>
            <a:xfrm>
              <a:off x="3348603" y="1415046"/>
              <a:ext cx="294384" cy="284387"/>
              <a:chOff x="3630494" y="1864938"/>
              <a:chExt cx="149875" cy="144800"/>
            </a:xfrm>
          </p:grpSpPr>
          <p:sp>
            <p:nvSpPr>
              <p:cNvPr id="7580" name="Google Shape;7580;p5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2" name="Google Shape;7582;p50"/>
          <p:cNvGrpSpPr/>
          <p:nvPr/>
        </p:nvGrpSpPr>
        <p:grpSpPr>
          <a:xfrm>
            <a:off x="2268517" y="3493832"/>
            <a:ext cx="1324924" cy="678083"/>
            <a:chOff x="2413923" y="3711366"/>
            <a:chExt cx="1374117" cy="703260"/>
          </a:xfrm>
        </p:grpSpPr>
        <p:grpSp>
          <p:nvGrpSpPr>
            <p:cNvPr id="7583" name="Google Shape;7583;p50"/>
            <p:cNvGrpSpPr/>
            <p:nvPr/>
          </p:nvGrpSpPr>
          <p:grpSpPr>
            <a:xfrm>
              <a:off x="2413923" y="3711366"/>
              <a:ext cx="1374117" cy="703260"/>
              <a:chOff x="2413923" y="3711366"/>
              <a:chExt cx="1374117" cy="703260"/>
            </a:xfrm>
          </p:grpSpPr>
          <p:sp>
            <p:nvSpPr>
              <p:cNvPr id="7584" name="Google Shape;7584;p5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5" name="Google Shape;7585;p50"/>
              <p:cNvGrpSpPr/>
              <p:nvPr/>
            </p:nvGrpSpPr>
            <p:grpSpPr>
              <a:xfrm>
                <a:off x="2600284" y="3808654"/>
                <a:ext cx="234506" cy="138009"/>
                <a:chOff x="2600284" y="3808654"/>
                <a:chExt cx="234506" cy="138009"/>
              </a:xfrm>
            </p:grpSpPr>
            <p:sp>
              <p:nvSpPr>
                <p:cNvPr id="7586" name="Google Shape;7586;p5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7" name="Google Shape;7587;p5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88" name="Google Shape;7588;p50"/>
              <p:cNvGrpSpPr/>
              <p:nvPr/>
            </p:nvGrpSpPr>
            <p:grpSpPr>
              <a:xfrm>
                <a:off x="3359659" y="3805664"/>
                <a:ext cx="232294" cy="141000"/>
                <a:chOff x="3359659" y="3805664"/>
                <a:chExt cx="232294" cy="141000"/>
              </a:xfrm>
            </p:grpSpPr>
            <p:sp>
              <p:nvSpPr>
                <p:cNvPr id="7589" name="Google Shape;7589;p5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0" name="Google Shape;7590;p5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91" name="Google Shape;7591;p50"/>
              <p:cNvGrpSpPr/>
              <p:nvPr/>
            </p:nvGrpSpPr>
            <p:grpSpPr>
              <a:xfrm>
                <a:off x="3067316" y="3711366"/>
                <a:ext cx="66900" cy="166809"/>
                <a:chOff x="3067316" y="3711366"/>
                <a:chExt cx="66900" cy="166809"/>
              </a:xfrm>
            </p:grpSpPr>
            <p:sp>
              <p:nvSpPr>
                <p:cNvPr id="7592" name="Google Shape;7592;p5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3" name="Google Shape;7593;p5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94" name="Google Shape;7594;p50"/>
              <p:cNvGrpSpPr/>
              <p:nvPr/>
            </p:nvGrpSpPr>
            <p:grpSpPr>
              <a:xfrm>
                <a:off x="2413923" y="4058666"/>
                <a:ext cx="224119" cy="66900"/>
                <a:chOff x="2413923" y="4058666"/>
                <a:chExt cx="224119" cy="66900"/>
              </a:xfrm>
            </p:grpSpPr>
            <p:sp>
              <p:nvSpPr>
                <p:cNvPr id="7595" name="Google Shape;7595;p5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6" name="Google Shape;7596;p5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97" name="Google Shape;7597;p50"/>
              <p:cNvGrpSpPr/>
              <p:nvPr/>
            </p:nvGrpSpPr>
            <p:grpSpPr>
              <a:xfrm>
                <a:off x="3564643" y="4058666"/>
                <a:ext cx="223397" cy="66900"/>
                <a:chOff x="3564643" y="4058666"/>
                <a:chExt cx="223397" cy="66900"/>
              </a:xfrm>
            </p:grpSpPr>
            <p:sp>
              <p:nvSpPr>
                <p:cNvPr id="7598" name="Google Shape;7598;p5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9" name="Google Shape;7599;p5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600" name="Google Shape;7600;p50"/>
            <p:cNvGrpSpPr/>
            <p:nvPr/>
          </p:nvGrpSpPr>
          <p:grpSpPr>
            <a:xfrm>
              <a:off x="2633353" y="3965763"/>
              <a:ext cx="933975" cy="445687"/>
              <a:chOff x="2633353" y="3965763"/>
              <a:chExt cx="933975" cy="445687"/>
            </a:xfrm>
          </p:grpSpPr>
          <p:sp>
            <p:nvSpPr>
              <p:cNvPr id="7601" name="Google Shape;7601;p5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3" name="Google Shape;7603;p50"/>
          <p:cNvGrpSpPr/>
          <p:nvPr/>
        </p:nvGrpSpPr>
        <p:grpSpPr>
          <a:xfrm>
            <a:off x="6392789" y="1044380"/>
            <a:ext cx="1131087" cy="587383"/>
            <a:chOff x="238125" y="999450"/>
            <a:chExt cx="7140700" cy="3708225"/>
          </a:xfrm>
        </p:grpSpPr>
        <p:sp>
          <p:nvSpPr>
            <p:cNvPr id="7604" name="Google Shape;7604;p5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50"/>
          <p:cNvGrpSpPr/>
          <p:nvPr/>
        </p:nvGrpSpPr>
        <p:grpSpPr>
          <a:xfrm>
            <a:off x="3744240" y="3493874"/>
            <a:ext cx="1375854" cy="678131"/>
            <a:chOff x="3913765" y="3641905"/>
            <a:chExt cx="1522805" cy="750560"/>
          </a:xfrm>
        </p:grpSpPr>
        <p:grpSp>
          <p:nvGrpSpPr>
            <p:cNvPr id="7614" name="Google Shape;7614;p50"/>
            <p:cNvGrpSpPr/>
            <p:nvPr/>
          </p:nvGrpSpPr>
          <p:grpSpPr>
            <a:xfrm>
              <a:off x="3913765" y="3997002"/>
              <a:ext cx="1522805" cy="395463"/>
              <a:chOff x="3913765" y="3997002"/>
              <a:chExt cx="1522805" cy="395463"/>
            </a:xfrm>
          </p:grpSpPr>
          <p:grpSp>
            <p:nvGrpSpPr>
              <p:cNvPr id="7615" name="Google Shape;7615;p50"/>
              <p:cNvGrpSpPr/>
              <p:nvPr/>
            </p:nvGrpSpPr>
            <p:grpSpPr>
              <a:xfrm>
                <a:off x="3913765" y="4138659"/>
                <a:ext cx="507602" cy="253806"/>
                <a:chOff x="3913765" y="4138659"/>
                <a:chExt cx="507602" cy="253806"/>
              </a:xfrm>
            </p:grpSpPr>
            <p:sp>
              <p:nvSpPr>
                <p:cNvPr id="7616" name="Google Shape;7616;p5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618" name="Google Shape;7618;p50"/>
              <p:cNvGrpSpPr/>
              <p:nvPr/>
            </p:nvGrpSpPr>
            <p:grpSpPr>
              <a:xfrm>
                <a:off x="4421361" y="3997002"/>
                <a:ext cx="507618" cy="395463"/>
                <a:chOff x="4421361" y="3997002"/>
                <a:chExt cx="507618" cy="395463"/>
              </a:xfrm>
            </p:grpSpPr>
            <p:sp>
              <p:nvSpPr>
                <p:cNvPr id="7619" name="Google Shape;7619;p5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0"/>
              <p:cNvGrpSpPr/>
              <p:nvPr/>
            </p:nvGrpSpPr>
            <p:grpSpPr>
              <a:xfrm>
                <a:off x="4928973" y="4189418"/>
                <a:ext cx="507596" cy="203047"/>
                <a:chOff x="4928973" y="4189418"/>
                <a:chExt cx="507596" cy="203047"/>
              </a:xfrm>
            </p:grpSpPr>
            <p:sp>
              <p:nvSpPr>
                <p:cNvPr id="7622" name="Google Shape;7622;p5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4" name="Google Shape;7624;p50"/>
            <p:cNvGrpSpPr/>
            <p:nvPr/>
          </p:nvGrpSpPr>
          <p:grpSpPr>
            <a:xfrm>
              <a:off x="4482186" y="3641905"/>
              <a:ext cx="397605" cy="349784"/>
              <a:chOff x="2906375" y="1159725"/>
              <a:chExt cx="1860575" cy="1636800"/>
            </a:xfrm>
          </p:grpSpPr>
          <p:sp>
            <p:nvSpPr>
              <p:cNvPr id="7625" name="Google Shape;7625;p5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9" name="Google Shape;7629;p50"/>
          <p:cNvGrpSpPr/>
          <p:nvPr/>
        </p:nvGrpSpPr>
        <p:grpSpPr>
          <a:xfrm>
            <a:off x="6528949" y="1853801"/>
            <a:ext cx="940737" cy="721067"/>
            <a:chOff x="6599718" y="2068734"/>
            <a:chExt cx="940737" cy="721067"/>
          </a:xfrm>
        </p:grpSpPr>
        <p:sp>
          <p:nvSpPr>
            <p:cNvPr id="7630" name="Google Shape;7630;p5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6" name="Google Shape;7636;p50"/>
            <p:cNvGrpSpPr/>
            <p:nvPr/>
          </p:nvGrpSpPr>
          <p:grpSpPr>
            <a:xfrm>
              <a:off x="6836957" y="2068734"/>
              <a:ext cx="461892" cy="721067"/>
              <a:chOff x="6836957" y="2068734"/>
              <a:chExt cx="461892" cy="721067"/>
            </a:xfrm>
          </p:grpSpPr>
          <p:sp>
            <p:nvSpPr>
              <p:cNvPr id="7637" name="Google Shape;7637;p5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3" name="Google Shape;7643;p50"/>
              <p:cNvGrpSpPr/>
              <p:nvPr/>
            </p:nvGrpSpPr>
            <p:grpSpPr>
              <a:xfrm>
                <a:off x="6836957" y="2068734"/>
                <a:ext cx="461892" cy="721067"/>
                <a:chOff x="6836957" y="2068734"/>
                <a:chExt cx="461892" cy="721067"/>
              </a:xfrm>
            </p:grpSpPr>
            <p:sp>
              <p:nvSpPr>
                <p:cNvPr id="7644" name="Google Shape;7644;p5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51" name="Google Shape;7651;p50"/>
          <p:cNvGrpSpPr/>
          <p:nvPr/>
        </p:nvGrpSpPr>
        <p:grpSpPr>
          <a:xfrm>
            <a:off x="2412267" y="1858147"/>
            <a:ext cx="712577" cy="712374"/>
            <a:chOff x="2559249" y="2069323"/>
            <a:chExt cx="685566" cy="685634"/>
          </a:xfrm>
        </p:grpSpPr>
        <p:sp>
          <p:nvSpPr>
            <p:cNvPr id="7652" name="Google Shape;7652;p5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50"/>
          <p:cNvGrpSpPr/>
          <p:nvPr/>
        </p:nvGrpSpPr>
        <p:grpSpPr>
          <a:xfrm>
            <a:off x="7594705" y="970936"/>
            <a:ext cx="845645" cy="711911"/>
            <a:chOff x="951975" y="315800"/>
            <a:chExt cx="5860325" cy="4933550"/>
          </a:xfrm>
        </p:grpSpPr>
        <p:sp>
          <p:nvSpPr>
            <p:cNvPr id="7666" name="Google Shape;7666;p5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50"/>
          <p:cNvGrpSpPr/>
          <p:nvPr/>
        </p:nvGrpSpPr>
        <p:grpSpPr>
          <a:xfrm>
            <a:off x="3691834" y="2707045"/>
            <a:ext cx="1617932" cy="621724"/>
            <a:chOff x="3862800" y="3038525"/>
            <a:chExt cx="1329006" cy="510698"/>
          </a:xfrm>
        </p:grpSpPr>
        <p:sp>
          <p:nvSpPr>
            <p:cNvPr id="7675" name="Google Shape;7675;p5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7" name="Google Shape;7677;p50"/>
            <p:cNvGrpSpPr/>
            <p:nvPr/>
          </p:nvGrpSpPr>
          <p:grpSpPr>
            <a:xfrm>
              <a:off x="3967075" y="3040337"/>
              <a:ext cx="1019927" cy="402126"/>
              <a:chOff x="3967075" y="3040337"/>
              <a:chExt cx="1019927" cy="402126"/>
            </a:xfrm>
          </p:grpSpPr>
          <p:sp>
            <p:nvSpPr>
              <p:cNvPr id="7678" name="Google Shape;7678;p5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0"/>
            <p:cNvGrpSpPr/>
            <p:nvPr/>
          </p:nvGrpSpPr>
          <p:grpSpPr>
            <a:xfrm>
              <a:off x="4186700" y="3040337"/>
              <a:ext cx="390475" cy="183289"/>
              <a:chOff x="4186700" y="3040337"/>
              <a:chExt cx="390475" cy="183289"/>
            </a:xfrm>
          </p:grpSpPr>
          <p:sp>
            <p:nvSpPr>
              <p:cNvPr id="7681" name="Google Shape;7681;p5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50"/>
            <p:cNvGrpSpPr/>
            <p:nvPr/>
          </p:nvGrpSpPr>
          <p:grpSpPr>
            <a:xfrm>
              <a:off x="4073727" y="3040337"/>
              <a:ext cx="697794" cy="296263"/>
              <a:chOff x="4073727" y="3040337"/>
              <a:chExt cx="697794" cy="296263"/>
            </a:xfrm>
          </p:grpSpPr>
          <p:sp>
            <p:nvSpPr>
              <p:cNvPr id="7684" name="Google Shape;7684;p5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50"/>
            <p:cNvGrpSpPr/>
            <p:nvPr/>
          </p:nvGrpSpPr>
          <p:grpSpPr>
            <a:xfrm>
              <a:off x="3862800" y="3038525"/>
              <a:ext cx="1329006" cy="510698"/>
              <a:chOff x="3862800" y="3038525"/>
              <a:chExt cx="1329006" cy="510698"/>
            </a:xfrm>
          </p:grpSpPr>
          <p:sp>
            <p:nvSpPr>
              <p:cNvPr id="7687" name="Google Shape;7687;p5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9" name="Google Shape;7689;p50"/>
          <p:cNvGrpSpPr/>
          <p:nvPr/>
        </p:nvGrpSpPr>
        <p:grpSpPr>
          <a:xfrm>
            <a:off x="700156" y="970936"/>
            <a:ext cx="883205" cy="775176"/>
            <a:chOff x="649648" y="271400"/>
            <a:chExt cx="6215377" cy="5455143"/>
          </a:xfrm>
        </p:grpSpPr>
        <p:sp>
          <p:nvSpPr>
            <p:cNvPr id="7690" name="Google Shape;7690;p5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50"/>
          <p:cNvGrpSpPr/>
          <p:nvPr/>
        </p:nvGrpSpPr>
        <p:grpSpPr>
          <a:xfrm>
            <a:off x="2308457" y="970936"/>
            <a:ext cx="767704" cy="815489"/>
            <a:chOff x="2499700" y="1135950"/>
            <a:chExt cx="732402" cy="777990"/>
          </a:xfrm>
        </p:grpSpPr>
        <p:grpSp>
          <p:nvGrpSpPr>
            <p:cNvPr id="7703" name="Google Shape;7703;p50"/>
            <p:cNvGrpSpPr/>
            <p:nvPr/>
          </p:nvGrpSpPr>
          <p:grpSpPr>
            <a:xfrm>
              <a:off x="2499700" y="1135950"/>
              <a:ext cx="732402" cy="694705"/>
              <a:chOff x="2499700" y="1135950"/>
              <a:chExt cx="732402" cy="694705"/>
            </a:xfrm>
          </p:grpSpPr>
          <p:sp>
            <p:nvSpPr>
              <p:cNvPr id="7704" name="Google Shape;7704;p5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0"/>
            <p:cNvGrpSpPr/>
            <p:nvPr/>
          </p:nvGrpSpPr>
          <p:grpSpPr>
            <a:xfrm>
              <a:off x="2517909" y="1188726"/>
              <a:ext cx="702702" cy="725214"/>
              <a:chOff x="2517909" y="1188726"/>
              <a:chExt cx="702702" cy="725214"/>
            </a:xfrm>
          </p:grpSpPr>
          <p:sp>
            <p:nvSpPr>
              <p:cNvPr id="7732" name="Google Shape;7732;p5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7" name="Google Shape;7737;p50"/>
          <p:cNvGrpSpPr/>
          <p:nvPr/>
        </p:nvGrpSpPr>
        <p:grpSpPr>
          <a:xfrm>
            <a:off x="1654189" y="970936"/>
            <a:ext cx="583439" cy="870229"/>
            <a:chOff x="1716825" y="1121550"/>
            <a:chExt cx="622800" cy="928938"/>
          </a:xfrm>
        </p:grpSpPr>
        <p:grpSp>
          <p:nvGrpSpPr>
            <p:cNvPr id="7738" name="Google Shape;7738;p50"/>
            <p:cNvGrpSpPr/>
            <p:nvPr/>
          </p:nvGrpSpPr>
          <p:grpSpPr>
            <a:xfrm>
              <a:off x="1716825" y="1121550"/>
              <a:ext cx="622800" cy="928938"/>
              <a:chOff x="1716825" y="1121550"/>
              <a:chExt cx="622800" cy="928938"/>
            </a:xfrm>
          </p:grpSpPr>
          <p:cxnSp>
            <p:nvCxnSpPr>
              <p:cNvPr id="7739" name="Google Shape;7739;p5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740" name="Google Shape;7740;p5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0"/>
            <p:cNvGrpSpPr/>
            <p:nvPr/>
          </p:nvGrpSpPr>
          <p:grpSpPr>
            <a:xfrm>
              <a:off x="1768050" y="1172775"/>
              <a:ext cx="520200" cy="832000"/>
              <a:chOff x="1768050" y="1172775"/>
              <a:chExt cx="520200" cy="832000"/>
            </a:xfrm>
          </p:grpSpPr>
          <p:cxnSp>
            <p:nvCxnSpPr>
              <p:cNvPr id="7742" name="Google Shape;7742;p5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743" name="Google Shape;7743;p5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50"/>
            <p:cNvGrpSpPr/>
            <p:nvPr/>
          </p:nvGrpSpPr>
          <p:grpSpPr>
            <a:xfrm>
              <a:off x="1820100" y="1225475"/>
              <a:ext cx="416400" cy="729575"/>
              <a:chOff x="1820100" y="1225475"/>
              <a:chExt cx="416400" cy="729575"/>
            </a:xfrm>
          </p:grpSpPr>
          <p:cxnSp>
            <p:nvCxnSpPr>
              <p:cNvPr id="7745" name="Google Shape;7745;p5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746" name="Google Shape;7746;p5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50"/>
            <p:cNvGrpSpPr/>
            <p:nvPr/>
          </p:nvGrpSpPr>
          <p:grpSpPr>
            <a:xfrm>
              <a:off x="1874250" y="1278825"/>
              <a:ext cx="308100" cy="605275"/>
              <a:chOff x="1874250" y="1278825"/>
              <a:chExt cx="308100" cy="605275"/>
            </a:xfrm>
          </p:grpSpPr>
          <p:cxnSp>
            <p:nvCxnSpPr>
              <p:cNvPr id="7748" name="Google Shape;7748;p5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749" name="Google Shape;7749;p5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0" name="Google Shape;7750;p5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50"/>
          <p:cNvGrpSpPr/>
          <p:nvPr/>
        </p:nvGrpSpPr>
        <p:grpSpPr>
          <a:xfrm>
            <a:off x="1574012" y="1857258"/>
            <a:ext cx="739072" cy="714152"/>
            <a:chOff x="4334725" y="1355875"/>
            <a:chExt cx="3106650" cy="3001900"/>
          </a:xfrm>
        </p:grpSpPr>
        <p:grpSp>
          <p:nvGrpSpPr>
            <p:cNvPr id="7752" name="Google Shape;7752;p50"/>
            <p:cNvGrpSpPr/>
            <p:nvPr/>
          </p:nvGrpSpPr>
          <p:grpSpPr>
            <a:xfrm>
              <a:off x="4516050" y="1724875"/>
              <a:ext cx="2693725" cy="2632900"/>
              <a:chOff x="4516050" y="1724875"/>
              <a:chExt cx="2693725" cy="2632900"/>
            </a:xfrm>
          </p:grpSpPr>
          <p:sp>
            <p:nvSpPr>
              <p:cNvPr id="7753" name="Google Shape;7753;p5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50"/>
            <p:cNvGrpSpPr/>
            <p:nvPr/>
          </p:nvGrpSpPr>
          <p:grpSpPr>
            <a:xfrm>
              <a:off x="4334725" y="1355875"/>
              <a:ext cx="3106650" cy="2709650"/>
              <a:chOff x="4334725" y="1355875"/>
              <a:chExt cx="3106650" cy="2709650"/>
            </a:xfrm>
          </p:grpSpPr>
          <p:sp>
            <p:nvSpPr>
              <p:cNvPr id="7757" name="Google Shape;7757;p5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0" name="Google Shape;7760;p50"/>
          <p:cNvGrpSpPr/>
          <p:nvPr/>
        </p:nvGrpSpPr>
        <p:grpSpPr>
          <a:xfrm>
            <a:off x="7690961" y="3488029"/>
            <a:ext cx="312074" cy="684173"/>
            <a:chOff x="7645573" y="3754300"/>
            <a:chExt cx="293855" cy="644170"/>
          </a:xfrm>
        </p:grpSpPr>
        <p:sp>
          <p:nvSpPr>
            <p:cNvPr id="7761" name="Google Shape;7761;p5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50"/>
          <p:cNvGrpSpPr/>
          <p:nvPr/>
        </p:nvGrpSpPr>
        <p:grpSpPr>
          <a:xfrm>
            <a:off x="5612949" y="970936"/>
            <a:ext cx="709011" cy="739359"/>
            <a:chOff x="5830645" y="1256617"/>
            <a:chExt cx="530340" cy="553040"/>
          </a:xfrm>
        </p:grpSpPr>
        <p:grpSp>
          <p:nvGrpSpPr>
            <p:cNvPr id="7764" name="Google Shape;7764;p50"/>
            <p:cNvGrpSpPr/>
            <p:nvPr/>
          </p:nvGrpSpPr>
          <p:grpSpPr>
            <a:xfrm>
              <a:off x="5830645" y="1256617"/>
              <a:ext cx="259743" cy="269909"/>
              <a:chOff x="5830645" y="1256617"/>
              <a:chExt cx="259743" cy="269909"/>
            </a:xfrm>
          </p:grpSpPr>
          <p:sp>
            <p:nvSpPr>
              <p:cNvPr id="7765" name="Google Shape;7765;p5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50"/>
            <p:cNvGrpSpPr/>
            <p:nvPr/>
          </p:nvGrpSpPr>
          <p:grpSpPr>
            <a:xfrm>
              <a:off x="6101293" y="1256617"/>
              <a:ext cx="259692" cy="269909"/>
              <a:chOff x="6101293" y="1256617"/>
              <a:chExt cx="259692" cy="269909"/>
            </a:xfrm>
          </p:grpSpPr>
          <p:sp>
            <p:nvSpPr>
              <p:cNvPr id="7768" name="Google Shape;7768;p5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50"/>
            <p:cNvGrpSpPr/>
            <p:nvPr/>
          </p:nvGrpSpPr>
          <p:grpSpPr>
            <a:xfrm>
              <a:off x="5830645" y="1539749"/>
              <a:ext cx="259692" cy="269909"/>
              <a:chOff x="5830645" y="1539749"/>
              <a:chExt cx="259692" cy="269909"/>
            </a:xfrm>
          </p:grpSpPr>
          <p:sp>
            <p:nvSpPr>
              <p:cNvPr id="7771" name="Google Shape;7771;p5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50"/>
            <p:cNvGrpSpPr/>
            <p:nvPr/>
          </p:nvGrpSpPr>
          <p:grpSpPr>
            <a:xfrm>
              <a:off x="6101293" y="1539749"/>
              <a:ext cx="259692" cy="269909"/>
              <a:chOff x="6101293" y="1539749"/>
              <a:chExt cx="259692" cy="269909"/>
            </a:xfrm>
          </p:grpSpPr>
          <p:sp>
            <p:nvSpPr>
              <p:cNvPr id="7774" name="Google Shape;7774;p5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6" name="Google Shape;7776;p5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50"/>
          <p:cNvGrpSpPr/>
          <p:nvPr/>
        </p:nvGrpSpPr>
        <p:grpSpPr>
          <a:xfrm>
            <a:off x="714444" y="2707052"/>
            <a:ext cx="1452955" cy="621360"/>
            <a:chOff x="732422" y="2990152"/>
            <a:chExt cx="1337773" cy="572102"/>
          </a:xfrm>
        </p:grpSpPr>
        <p:sp>
          <p:nvSpPr>
            <p:cNvPr id="7778" name="Google Shape;7778;p5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87" name="Shape 7787"/>
        <p:cNvGrpSpPr/>
        <p:nvPr/>
      </p:nvGrpSpPr>
      <p:grpSpPr>
        <a:xfrm>
          <a:off x="0" y="0"/>
          <a:ext cx="0" cy="0"/>
          <a:chOff x="0" y="0"/>
          <a:chExt cx="0" cy="0"/>
        </a:xfrm>
      </p:grpSpPr>
      <p:grpSp>
        <p:nvGrpSpPr>
          <p:cNvPr id="7788" name="Google Shape;7788;p51"/>
          <p:cNvGrpSpPr/>
          <p:nvPr/>
        </p:nvGrpSpPr>
        <p:grpSpPr>
          <a:xfrm>
            <a:off x="708579" y="965872"/>
            <a:ext cx="1636117" cy="1526144"/>
            <a:chOff x="729238" y="1179665"/>
            <a:chExt cx="1636117" cy="1526144"/>
          </a:xfrm>
        </p:grpSpPr>
        <p:grpSp>
          <p:nvGrpSpPr>
            <p:cNvPr id="7789" name="Google Shape;7789;p51"/>
            <p:cNvGrpSpPr/>
            <p:nvPr/>
          </p:nvGrpSpPr>
          <p:grpSpPr>
            <a:xfrm>
              <a:off x="729238" y="1179665"/>
              <a:ext cx="80700" cy="1526144"/>
              <a:chOff x="729238" y="1179665"/>
              <a:chExt cx="80700" cy="1526144"/>
            </a:xfrm>
          </p:grpSpPr>
          <p:sp>
            <p:nvSpPr>
              <p:cNvPr id="7790" name="Google Shape;7790;p5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51"/>
            <p:cNvGrpSpPr/>
            <p:nvPr/>
          </p:nvGrpSpPr>
          <p:grpSpPr>
            <a:xfrm>
              <a:off x="903098" y="1179665"/>
              <a:ext cx="80700" cy="1526144"/>
              <a:chOff x="903098" y="1179665"/>
              <a:chExt cx="80700" cy="1526144"/>
            </a:xfrm>
          </p:grpSpPr>
          <p:sp>
            <p:nvSpPr>
              <p:cNvPr id="7801" name="Google Shape;7801;p5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51"/>
            <p:cNvGrpSpPr/>
            <p:nvPr/>
          </p:nvGrpSpPr>
          <p:grpSpPr>
            <a:xfrm>
              <a:off x="1076958" y="1179665"/>
              <a:ext cx="80700" cy="1526144"/>
              <a:chOff x="1076958" y="1179665"/>
              <a:chExt cx="80700" cy="1526144"/>
            </a:xfrm>
          </p:grpSpPr>
          <p:sp>
            <p:nvSpPr>
              <p:cNvPr id="7812" name="Google Shape;7812;p5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51"/>
            <p:cNvGrpSpPr/>
            <p:nvPr/>
          </p:nvGrpSpPr>
          <p:grpSpPr>
            <a:xfrm>
              <a:off x="1247707" y="1179665"/>
              <a:ext cx="80700" cy="1526144"/>
              <a:chOff x="1247707" y="1179665"/>
              <a:chExt cx="80700" cy="1526144"/>
            </a:xfrm>
          </p:grpSpPr>
          <p:sp>
            <p:nvSpPr>
              <p:cNvPr id="7823" name="Google Shape;7823;p5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51"/>
            <p:cNvGrpSpPr/>
            <p:nvPr/>
          </p:nvGrpSpPr>
          <p:grpSpPr>
            <a:xfrm>
              <a:off x="1421567" y="1179665"/>
              <a:ext cx="80700" cy="1526144"/>
              <a:chOff x="1421567" y="1179665"/>
              <a:chExt cx="80700" cy="1526144"/>
            </a:xfrm>
          </p:grpSpPr>
          <p:sp>
            <p:nvSpPr>
              <p:cNvPr id="7834" name="Google Shape;7834;p5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51"/>
            <p:cNvGrpSpPr/>
            <p:nvPr/>
          </p:nvGrpSpPr>
          <p:grpSpPr>
            <a:xfrm>
              <a:off x="1592327" y="1179665"/>
              <a:ext cx="80700" cy="1526144"/>
              <a:chOff x="1592327" y="1179665"/>
              <a:chExt cx="80700" cy="1526144"/>
            </a:xfrm>
          </p:grpSpPr>
          <p:sp>
            <p:nvSpPr>
              <p:cNvPr id="7845" name="Google Shape;7845;p5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51"/>
            <p:cNvGrpSpPr/>
            <p:nvPr/>
          </p:nvGrpSpPr>
          <p:grpSpPr>
            <a:xfrm>
              <a:off x="1766187" y="1179665"/>
              <a:ext cx="80700" cy="1526144"/>
              <a:chOff x="1766187" y="1179665"/>
              <a:chExt cx="80700" cy="1526144"/>
            </a:xfrm>
          </p:grpSpPr>
          <p:sp>
            <p:nvSpPr>
              <p:cNvPr id="7856" name="Google Shape;7856;p5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51"/>
            <p:cNvGrpSpPr/>
            <p:nvPr/>
          </p:nvGrpSpPr>
          <p:grpSpPr>
            <a:xfrm>
              <a:off x="1936935" y="1179665"/>
              <a:ext cx="80700" cy="1526144"/>
              <a:chOff x="1936935" y="1179665"/>
              <a:chExt cx="80700" cy="1526144"/>
            </a:xfrm>
          </p:grpSpPr>
          <p:sp>
            <p:nvSpPr>
              <p:cNvPr id="7867" name="Google Shape;7867;p5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51"/>
            <p:cNvGrpSpPr/>
            <p:nvPr/>
          </p:nvGrpSpPr>
          <p:grpSpPr>
            <a:xfrm>
              <a:off x="2110795" y="1179665"/>
              <a:ext cx="80700" cy="1526144"/>
              <a:chOff x="2110795" y="1179665"/>
              <a:chExt cx="80700" cy="1526144"/>
            </a:xfrm>
          </p:grpSpPr>
          <p:sp>
            <p:nvSpPr>
              <p:cNvPr id="7878" name="Google Shape;7878;p5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51"/>
            <p:cNvGrpSpPr/>
            <p:nvPr/>
          </p:nvGrpSpPr>
          <p:grpSpPr>
            <a:xfrm>
              <a:off x="2284655" y="1179665"/>
              <a:ext cx="80700" cy="1526144"/>
              <a:chOff x="2284655" y="1179665"/>
              <a:chExt cx="80700" cy="1526144"/>
            </a:xfrm>
          </p:grpSpPr>
          <p:sp>
            <p:nvSpPr>
              <p:cNvPr id="7889" name="Google Shape;7889;p5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9" name="Google Shape;7899;p51"/>
          <p:cNvGrpSpPr/>
          <p:nvPr/>
        </p:nvGrpSpPr>
        <p:grpSpPr>
          <a:xfrm>
            <a:off x="2603245" y="985011"/>
            <a:ext cx="1364248" cy="1102133"/>
            <a:chOff x="2623904" y="1198803"/>
            <a:chExt cx="1364248" cy="1102133"/>
          </a:xfrm>
        </p:grpSpPr>
        <p:grpSp>
          <p:nvGrpSpPr>
            <p:cNvPr id="7900" name="Google Shape;7900;p51"/>
            <p:cNvGrpSpPr/>
            <p:nvPr/>
          </p:nvGrpSpPr>
          <p:grpSpPr>
            <a:xfrm>
              <a:off x="2623907" y="1198803"/>
              <a:ext cx="1364245" cy="273000"/>
              <a:chOff x="2623907" y="1198803"/>
              <a:chExt cx="1364245" cy="273000"/>
            </a:xfrm>
          </p:grpSpPr>
          <p:sp>
            <p:nvSpPr>
              <p:cNvPr id="7901" name="Google Shape;7901;p5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51"/>
            <p:cNvGrpSpPr/>
            <p:nvPr/>
          </p:nvGrpSpPr>
          <p:grpSpPr>
            <a:xfrm>
              <a:off x="2623904" y="1476964"/>
              <a:ext cx="1364245" cy="273000"/>
              <a:chOff x="2623904" y="1476964"/>
              <a:chExt cx="1364245" cy="273000"/>
            </a:xfrm>
          </p:grpSpPr>
          <p:sp>
            <p:nvSpPr>
              <p:cNvPr id="7907" name="Google Shape;7907;p5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51"/>
            <p:cNvGrpSpPr/>
            <p:nvPr/>
          </p:nvGrpSpPr>
          <p:grpSpPr>
            <a:xfrm>
              <a:off x="2623907" y="1749775"/>
              <a:ext cx="1364245" cy="273000"/>
              <a:chOff x="2623907" y="1749775"/>
              <a:chExt cx="1364245" cy="273000"/>
            </a:xfrm>
          </p:grpSpPr>
          <p:sp>
            <p:nvSpPr>
              <p:cNvPr id="7913" name="Google Shape;7913;p5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51"/>
            <p:cNvGrpSpPr/>
            <p:nvPr/>
          </p:nvGrpSpPr>
          <p:grpSpPr>
            <a:xfrm>
              <a:off x="2623904" y="2027936"/>
              <a:ext cx="1364245" cy="273000"/>
              <a:chOff x="2623904" y="2027936"/>
              <a:chExt cx="1364245" cy="273000"/>
            </a:xfrm>
          </p:grpSpPr>
          <p:sp>
            <p:nvSpPr>
              <p:cNvPr id="7919" name="Google Shape;7919;p5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4" name="Google Shape;7924;p51"/>
          <p:cNvGrpSpPr/>
          <p:nvPr/>
        </p:nvGrpSpPr>
        <p:grpSpPr>
          <a:xfrm>
            <a:off x="2592706" y="2444193"/>
            <a:ext cx="1387541" cy="159124"/>
            <a:chOff x="3200660" y="2180272"/>
            <a:chExt cx="2563824" cy="378237"/>
          </a:xfrm>
        </p:grpSpPr>
        <p:sp>
          <p:nvSpPr>
            <p:cNvPr id="7925" name="Google Shape;7925;p5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51"/>
          <p:cNvGrpSpPr/>
          <p:nvPr/>
        </p:nvGrpSpPr>
        <p:grpSpPr>
          <a:xfrm>
            <a:off x="2589231" y="2722018"/>
            <a:ext cx="1390502" cy="159625"/>
            <a:chOff x="3530150" y="2790075"/>
            <a:chExt cx="1962600" cy="225300"/>
          </a:xfrm>
        </p:grpSpPr>
        <p:sp>
          <p:nvSpPr>
            <p:cNvPr id="7944" name="Google Shape;7944;p5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1"/>
          <p:cNvGrpSpPr/>
          <p:nvPr/>
        </p:nvGrpSpPr>
        <p:grpSpPr>
          <a:xfrm>
            <a:off x="2589884" y="3000344"/>
            <a:ext cx="1411629" cy="153761"/>
            <a:chOff x="3558802" y="4011427"/>
            <a:chExt cx="1866000" cy="111300"/>
          </a:xfrm>
        </p:grpSpPr>
        <p:sp>
          <p:nvSpPr>
            <p:cNvPr id="7947" name="Google Shape;7947;p5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51"/>
          <p:cNvGrpSpPr/>
          <p:nvPr/>
        </p:nvGrpSpPr>
        <p:grpSpPr>
          <a:xfrm>
            <a:off x="2589576" y="2205744"/>
            <a:ext cx="1383503" cy="119749"/>
            <a:chOff x="3465975" y="2270276"/>
            <a:chExt cx="1986364" cy="171929"/>
          </a:xfrm>
        </p:grpSpPr>
        <p:sp>
          <p:nvSpPr>
            <p:cNvPr id="7950" name="Google Shape;7950;p5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51"/>
          <p:cNvGrpSpPr/>
          <p:nvPr/>
        </p:nvGrpSpPr>
        <p:grpSpPr>
          <a:xfrm>
            <a:off x="2600584" y="3569394"/>
            <a:ext cx="1369531" cy="195460"/>
            <a:chOff x="723300" y="4253549"/>
            <a:chExt cx="2276482" cy="324900"/>
          </a:xfrm>
        </p:grpSpPr>
        <p:sp>
          <p:nvSpPr>
            <p:cNvPr id="7959" name="Google Shape;7959;p5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51"/>
          <p:cNvGrpSpPr/>
          <p:nvPr/>
        </p:nvGrpSpPr>
        <p:grpSpPr>
          <a:xfrm>
            <a:off x="2590145" y="3270574"/>
            <a:ext cx="1389066" cy="180119"/>
            <a:chOff x="705948" y="3788465"/>
            <a:chExt cx="2308953" cy="299400"/>
          </a:xfrm>
        </p:grpSpPr>
        <p:sp>
          <p:nvSpPr>
            <p:cNvPr id="7965" name="Google Shape;7965;p5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51"/>
          <p:cNvGrpSpPr/>
          <p:nvPr/>
        </p:nvGrpSpPr>
        <p:grpSpPr>
          <a:xfrm>
            <a:off x="2638082" y="3883554"/>
            <a:ext cx="1304609" cy="294074"/>
            <a:chOff x="2658741" y="4097347"/>
            <a:chExt cx="1304609" cy="294074"/>
          </a:xfrm>
        </p:grpSpPr>
        <p:grpSp>
          <p:nvGrpSpPr>
            <p:cNvPr id="7971" name="Google Shape;7971;p51"/>
            <p:cNvGrpSpPr/>
            <p:nvPr/>
          </p:nvGrpSpPr>
          <p:grpSpPr>
            <a:xfrm>
              <a:off x="2658741" y="4097347"/>
              <a:ext cx="118572" cy="294074"/>
              <a:chOff x="3343310" y="4475555"/>
              <a:chExt cx="127717" cy="316753"/>
            </a:xfrm>
          </p:grpSpPr>
          <p:sp>
            <p:nvSpPr>
              <p:cNvPr id="7972" name="Google Shape;7972;p5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51"/>
            <p:cNvGrpSpPr/>
            <p:nvPr/>
          </p:nvGrpSpPr>
          <p:grpSpPr>
            <a:xfrm>
              <a:off x="3815519" y="4098388"/>
              <a:ext cx="147831" cy="291991"/>
              <a:chOff x="3527539" y="4476677"/>
              <a:chExt cx="159232" cy="314510"/>
            </a:xfrm>
          </p:grpSpPr>
          <p:sp>
            <p:nvSpPr>
              <p:cNvPr id="7975" name="Google Shape;7975;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51"/>
            <p:cNvGrpSpPr/>
            <p:nvPr/>
          </p:nvGrpSpPr>
          <p:grpSpPr>
            <a:xfrm>
              <a:off x="3511696" y="4098388"/>
              <a:ext cx="147831" cy="291991"/>
              <a:chOff x="3527539" y="4476677"/>
              <a:chExt cx="159232" cy="314510"/>
            </a:xfrm>
          </p:grpSpPr>
          <p:sp>
            <p:nvSpPr>
              <p:cNvPr id="7978" name="Google Shape;7978;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51"/>
            <p:cNvGrpSpPr/>
            <p:nvPr/>
          </p:nvGrpSpPr>
          <p:grpSpPr>
            <a:xfrm>
              <a:off x="3207874" y="4098388"/>
              <a:ext cx="147831" cy="291991"/>
              <a:chOff x="3527539" y="4476677"/>
              <a:chExt cx="159232" cy="314510"/>
            </a:xfrm>
          </p:grpSpPr>
          <p:sp>
            <p:nvSpPr>
              <p:cNvPr id="7981" name="Google Shape;7981;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1"/>
            <p:cNvGrpSpPr/>
            <p:nvPr/>
          </p:nvGrpSpPr>
          <p:grpSpPr>
            <a:xfrm>
              <a:off x="2933305" y="4097347"/>
              <a:ext cx="118572" cy="294074"/>
              <a:chOff x="3343310" y="4475555"/>
              <a:chExt cx="127717" cy="316753"/>
            </a:xfrm>
          </p:grpSpPr>
          <p:sp>
            <p:nvSpPr>
              <p:cNvPr id="7984" name="Google Shape;7984;p5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6" name="Google Shape;7986;p51"/>
          <p:cNvGrpSpPr/>
          <p:nvPr/>
        </p:nvGrpSpPr>
        <p:grpSpPr>
          <a:xfrm>
            <a:off x="4256912" y="1866676"/>
            <a:ext cx="1433821" cy="191501"/>
            <a:chOff x="4273350" y="2080469"/>
            <a:chExt cx="1433821" cy="191501"/>
          </a:xfrm>
        </p:grpSpPr>
        <p:grpSp>
          <p:nvGrpSpPr>
            <p:cNvPr id="7987" name="Google Shape;7987;p51"/>
            <p:cNvGrpSpPr/>
            <p:nvPr/>
          </p:nvGrpSpPr>
          <p:grpSpPr>
            <a:xfrm>
              <a:off x="4273350" y="2080469"/>
              <a:ext cx="1433821" cy="0"/>
              <a:chOff x="5224975" y="2962250"/>
              <a:chExt cx="1544400" cy="0"/>
            </a:xfrm>
          </p:grpSpPr>
          <p:cxnSp>
            <p:nvCxnSpPr>
              <p:cNvPr id="7988" name="Google Shape;7988;p5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7989" name="Google Shape;7989;p5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7990" name="Google Shape;7990;p51"/>
            <p:cNvGrpSpPr/>
            <p:nvPr/>
          </p:nvGrpSpPr>
          <p:grpSpPr>
            <a:xfrm>
              <a:off x="4273350" y="2271969"/>
              <a:ext cx="1433821" cy="0"/>
              <a:chOff x="5224975" y="2962250"/>
              <a:chExt cx="1544400" cy="0"/>
            </a:xfrm>
          </p:grpSpPr>
          <p:cxnSp>
            <p:nvCxnSpPr>
              <p:cNvPr id="7991" name="Google Shape;7991;p5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7992" name="Google Shape;7992;p5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7993" name="Google Shape;7993;p51"/>
          <p:cNvGrpSpPr/>
          <p:nvPr/>
        </p:nvGrpSpPr>
        <p:grpSpPr>
          <a:xfrm>
            <a:off x="4258467" y="969244"/>
            <a:ext cx="1430711" cy="743389"/>
            <a:chOff x="5159450" y="1919950"/>
            <a:chExt cx="1541050" cy="862500"/>
          </a:xfrm>
        </p:grpSpPr>
        <p:sp>
          <p:nvSpPr>
            <p:cNvPr id="7994" name="Google Shape;7994;p5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995" name="Google Shape;7995;p51"/>
            <p:cNvGrpSpPr/>
            <p:nvPr/>
          </p:nvGrpSpPr>
          <p:grpSpPr>
            <a:xfrm>
              <a:off x="5159450" y="1919950"/>
              <a:ext cx="1541050" cy="862500"/>
              <a:chOff x="5159450" y="1919950"/>
              <a:chExt cx="1541050" cy="862500"/>
            </a:xfrm>
          </p:grpSpPr>
          <p:cxnSp>
            <p:nvCxnSpPr>
              <p:cNvPr id="7996" name="Google Shape;7996;p5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997" name="Google Shape;7997;p5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998" name="Google Shape;7998;p51"/>
          <p:cNvGrpSpPr/>
          <p:nvPr/>
        </p:nvGrpSpPr>
        <p:grpSpPr>
          <a:xfrm>
            <a:off x="4248581" y="2192571"/>
            <a:ext cx="1450484" cy="1052087"/>
            <a:chOff x="5230575" y="1554475"/>
            <a:chExt cx="2137150" cy="1550150"/>
          </a:xfrm>
        </p:grpSpPr>
        <p:sp>
          <p:nvSpPr>
            <p:cNvPr id="7999" name="Google Shape;7999;p5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51"/>
          <p:cNvGrpSpPr/>
          <p:nvPr/>
        </p:nvGrpSpPr>
        <p:grpSpPr>
          <a:xfrm rot="10800000">
            <a:off x="4265131" y="3284761"/>
            <a:ext cx="1417383" cy="887946"/>
            <a:chOff x="5645403" y="2920021"/>
            <a:chExt cx="2650800" cy="2180614"/>
          </a:xfrm>
        </p:grpSpPr>
        <p:sp>
          <p:nvSpPr>
            <p:cNvPr id="8013" name="Google Shape;8013;p5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4" name="Google Shape;8014;p51"/>
            <p:cNvCxnSpPr>
              <a:stCxn id="801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015" name="Google Shape;8015;p5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6" name="Google Shape;8016;p51"/>
            <p:cNvCxnSpPr>
              <a:endCxn id="8015"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017" name="Google Shape;8017;p5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8" name="Google Shape;8018;p51"/>
            <p:cNvCxnSpPr>
              <a:stCxn id="8017"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019" name="Google Shape;8019;p5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20" name="Google Shape;8020;p51"/>
            <p:cNvCxnSpPr>
              <a:endCxn id="801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021" name="Google Shape;8021;p51"/>
          <p:cNvGrpSpPr/>
          <p:nvPr/>
        </p:nvGrpSpPr>
        <p:grpSpPr>
          <a:xfrm>
            <a:off x="7365491" y="2188116"/>
            <a:ext cx="1071743" cy="1021579"/>
            <a:chOff x="7189833" y="2022667"/>
            <a:chExt cx="1251159" cy="1192597"/>
          </a:xfrm>
        </p:grpSpPr>
        <p:sp>
          <p:nvSpPr>
            <p:cNvPr id="8022" name="Google Shape;8022;p5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51"/>
          <p:cNvGrpSpPr/>
          <p:nvPr/>
        </p:nvGrpSpPr>
        <p:grpSpPr>
          <a:xfrm>
            <a:off x="706762" y="2614523"/>
            <a:ext cx="1695374" cy="1560837"/>
            <a:chOff x="727421" y="2828315"/>
            <a:chExt cx="1695374" cy="1560837"/>
          </a:xfrm>
        </p:grpSpPr>
        <p:grpSp>
          <p:nvGrpSpPr>
            <p:cNvPr id="8027" name="Google Shape;8027;p51"/>
            <p:cNvGrpSpPr/>
            <p:nvPr/>
          </p:nvGrpSpPr>
          <p:grpSpPr>
            <a:xfrm>
              <a:off x="819108" y="2882501"/>
              <a:ext cx="103104" cy="1426186"/>
              <a:chOff x="4674013" y="3100904"/>
              <a:chExt cx="122758" cy="1698043"/>
            </a:xfrm>
          </p:grpSpPr>
          <p:sp>
            <p:nvSpPr>
              <p:cNvPr id="8028" name="Google Shape;8028;p5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51"/>
            <p:cNvGrpSpPr/>
            <p:nvPr/>
          </p:nvGrpSpPr>
          <p:grpSpPr>
            <a:xfrm>
              <a:off x="1062475" y="2882501"/>
              <a:ext cx="103104" cy="1426186"/>
              <a:chOff x="4940438" y="3100904"/>
              <a:chExt cx="122758" cy="1698043"/>
            </a:xfrm>
          </p:grpSpPr>
          <p:sp>
            <p:nvSpPr>
              <p:cNvPr id="8036" name="Google Shape;8036;p5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1"/>
            <p:cNvGrpSpPr/>
            <p:nvPr/>
          </p:nvGrpSpPr>
          <p:grpSpPr>
            <a:xfrm>
              <a:off x="1299324" y="2882501"/>
              <a:ext cx="103104" cy="1426186"/>
              <a:chOff x="5206863" y="3100904"/>
              <a:chExt cx="122758" cy="1698043"/>
            </a:xfrm>
          </p:grpSpPr>
          <p:sp>
            <p:nvSpPr>
              <p:cNvPr id="8044" name="Google Shape;8044;p5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51"/>
            <p:cNvGrpSpPr/>
            <p:nvPr/>
          </p:nvGrpSpPr>
          <p:grpSpPr>
            <a:xfrm>
              <a:off x="1786057" y="2882501"/>
              <a:ext cx="103104" cy="1426186"/>
              <a:chOff x="6006138" y="3143629"/>
              <a:chExt cx="122758" cy="1698043"/>
            </a:xfrm>
          </p:grpSpPr>
          <p:sp>
            <p:nvSpPr>
              <p:cNvPr id="8052" name="Google Shape;8052;p5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51"/>
            <p:cNvGrpSpPr/>
            <p:nvPr/>
          </p:nvGrpSpPr>
          <p:grpSpPr>
            <a:xfrm>
              <a:off x="2029422" y="2882501"/>
              <a:ext cx="103104" cy="1426186"/>
              <a:chOff x="6805413" y="3100904"/>
              <a:chExt cx="122758" cy="1698043"/>
            </a:xfrm>
          </p:grpSpPr>
          <p:sp>
            <p:nvSpPr>
              <p:cNvPr id="8060" name="Google Shape;8060;p5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51"/>
            <p:cNvGrpSpPr/>
            <p:nvPr/>
          </p:nvGrpSpPr>
          <p:grpSpPr>
            <a:xfrm>
              <a:off x="727421" y="2828315"/>
              <a:ext cx="1695374" cy="1560837"/>
              <a:chOff x="734799" y="2782450"/>
              <a:chExt cx="1571100" cy="1577400"/>
            </a:xfrm>
          </p:grpSpPr>
          <p:cxnSp>
            <p:nvCxnSpPr>
              <p:cNvPr id="8068" name="Google Shape;8068;p5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069" name="Google Shape;8069;p5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070" name="Google Shape;8070;p51"/>
            <p:cNvGrpSpPr/>
            <p:nvPr/>
          </p:nvGrpSpPr>
          <p:grpSpPr>
            <a:xfrm>
              <a:off x="2272795" y="2882501"/>
              <a:ext cx="103104" cy="1426186"/>
              <a:chOff x="5206863" y="3100904"/>
              <a:chExt cx="122758" cy="1698043"/>
            </a:xfrm>
          </p:grpSpPr>
          <p:sp>
            <p:nvSpPr>
              <p:cNvPr id="8071" name="Google Shape;8071;p5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1"/>
            <p:cNvGrpSpPr/>
            <p:nvPr/>
          </p:nvGrpSpPr>
          <p:grpSpPr>
            <a:xfrm>
              <a:off x="1542694" y="2882501"/>
              <a:ext cx="103104" cy="1426186"/>
              <a:chOff x="6006138" y="3143629"/>
              <a:chExt cx="122758" cy="1698043"/>
            </a:xfrm>
          </p:grpSpPr>
          <p:sp>
            <p:nvSpPr>
              <p:cNvPr id="8079" name="Google Shape;8079;p5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6" name="Google Shape;8086;p51"/>
          <p:cNvGrpSpPr/>
          <p:nvPr/>
        </p:nvGrpSpPr>
        <p:grpSpPr>
          <a:xfrm>
            <a:off x="5915341" y="2192094"/>
            <a:ext cx="1248543" cy="1025319"/>
            <a:chOff x="5183758" y="1210600"/>
            <a:chExt cx="3605380" cy="2960783"/>
          </a:xfrm>
        </p:grpSpPr>
        <p:sp>
          <p:nvSpPr>
            <p:cNvPr id="8087" name="Google Shape;8087;p5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1" name="Google Shape;8091;p5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092" name="Google Shape;8092;p5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093" name="Google Shape;8093;p5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094" name="Google Shape;8094;p5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095" name="Google Shape;8095;p5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51"/>
          <p:cNvGrpSpPr/>
          <p:nvPr/>
        </p:nvGrpSpPr>
        <p:grpSpPr>
          <a:xfrm>
            <a:off x="5772403" y="3330411"/>
            <a:ext cx="2664831" cy="843440"/>
            <a:chOff x="5916567" y="1099697"/>
            <a:chExt cx="2556683" cy="809211"/>
          </a:xfrm>
        </p:grpSpPr>
        <p:sp>
          <p:nvSpPr>
            <p:cNvPr id="8097" name="Google Shape;8097;p5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51"/>
          <p:cNvGrpSpPr/>
          <p:nvPr/>
        </p:nvGrpSpPr>
        <p:grpSpPr>
          <a:xfrm>
            <a:off x="5879943" y="979270"/>
            <a:ext cx="1299851" cy="1023338"/>
            <a:chOff x="5900602" y="1193063"/>
            <a:chExt cx="1299851" cy="1023338"/>
          </a:xfrm>
        </p:grpSpPr>
        <p:grpSp>
          <p:nvGrpSpPr>
            <p:cNvPr id="8106" name="Google Shape;8106;p51"/>
            <p:cNvGrpSpPr/>
            <p:nvPr/>
          </p:nvGrpSpPr>
          <p:grpSpPr>
            <a:xfrm>
              <a:off x="6743564" y="1193063"/>
              <a:ext cx="456889" cy="700379"/>
              <a:chOff x="6743564" y="1193063"/>
              <a:chExt cx="456889" cy="700379"/>
            </a:xfrm>
          </p:grpSpPr>
          <p:grpSp>
            <p:nvGrpSpPr>
              <p:cNvPr id="8107" name="Google Shape;8107;p51"/>
              <p:cNvGrpSpPr/>
              <p:nvPr/>
            </p:nvGrpSpPr>
            <p:grpSpPr>
              <a:xfrm>
                <a:off x="6743564" y="1690731"/>
                <a:ext cx="214402" cy="202710"/>
                <a:chOff x="6743564" y="1690731"/>
                <a:chExt cx="214402" cy="202710"/>
              </a:xfrm>
            </p:grpSpPr>
            <p:sp>
              <p:nvSpPr>
                <p:cNvPr id="8108" name="Google Shape;8108;p5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51"/>
              <p:cNvGrpSpPr/>
              <p:nvPr/>
            </p:nvGrpSpPr>
            <p:grpSpPr>
              <a:xfrm>
                <a:off x="6915505" y="1193063"/>
                <a:ext cx="284947" cy="589637"/>
                <a:chOff x="6915505" y="1193063"/>
                <a:chExt cx="284947" cy="589637"/>
              </a:xfrm>
            </p:grpSpPr>
            <p:sp>
              <p:nvSpPr>
                <p:cNvPr id="8111" name="Google Shape;8111;p5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2" name="Google Shape;8112;p5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113" name="Google Shape;8113;p51"/>
            <p:cNvGrpSpPr/>
            <p:nvPr/>
          </p:nvGrpSpPr>
          <p:grpSpPr>
            <a:xfrm>
              <a:off x="6520337" y="1193063"/>
              <a:ext cx="341815" cy="801589"/>
              <a:chOff x="6520337" y="1193063"/>
              <a:chExt cx="341815" cy="801589"/>
            </a:xfrm>
          </p:grpSpPr>
          <p:grpSp>
            <p:nvGrpSpPr>
              <p:cNvPr id="8114" name="Google Shape;8114;p51"/>
              <p:cNvGrpSpPr/>
              <p:nvPr/>
            </p:nvGrpSpPr>
            <p:grpSpPr>
              <a:xfrm>
                <a:off x="6520337" y="1589527"/>
                <a:ext cx="213950" cy="405125"/>
                <a:chOff x="6520337" y="1589527"/>
                <a:chExt cx="213950" cy="405125"/>
              </a:xfrm>
            </p:grpSpPr>
            <p:sp>
              <p:nvSpPr>
                <p:cNvPr id="8115" name="Google Shape;8115;p5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51"/>
              <p:cNvGrpSpPr/>
              <p:nvPr/>
            </p:nvGrpSpPr>
            <p:grpSpPr>
              <a:xfrm>
                <a:off x="6577204" y="1193063"/>
                <a:ext cx="284947" cy="453562"/>
                <a:chOff x="6577204" y="1193063"/>
                <a:chExt cx="284947" cy="453562"/>
              </a:xfrm>
            </p:grpSpPr>
            <p:sp>
              <p:nvSpPr>
                <p:cNvPr id="8118" name="Google Shape;8118;p5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9" name="Google Shape;8119;p5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120" name="Google Shape;8120;p51"/>
            <p:cNvGrpSpPr/>
            <p:nvPr/>
          </p:nvGrpSpPr>
          <p:grpSpPr>
            <a:xfrm>
              <a:off x="6238903" y="1193063"/>
              <a:ext cx="300475" cy="901782"/>
              <a:chOff x="6238903" y="1193063"/>
              <a:chExt cx="300475" cy="901782"/>
            </a:xfrm>
          </p:grpSpPr>
          <p:grpSp>
            <p:nvGrpSpPr>
              <p:cNvPr id="8121" name="Google Shape;8121;p51"/>
              <p:cNvGrpSpPr/>
              <p:nvPr/>
            </p:nvGrpSpPr>
            <p:grpSpPr>
              <a:xfrm>
                <a:off x="6290865" y="1489315"/>
                <a:ext cx="248514" cy="605530"/>
                <a:chOff x="6290865" y="1489315"/>
                <a:chExt cx="248514" cy="605530"/>
              </a:xfrm>
            </p:grpSpPr>
            <p:sp>
              <p:nvSpPr>
                <p:cNvPr id="8122" name="Google Shape;8122;p5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1"/>
              <p:cNvGrpSpPr/>
              <p:nvPr/>
            </p:nvGrpSpPr>
            <p:grpSpPr>
              <a:xfrm>
                <a:off x="6238903" y="1193063"/>
                <a:ext cx="284947" cy="327512"/>
                <a:chOff x="6238903" y="1193063"/>
                <a:chExt cx="284947" cy="327512"/>
              </a:xfrm>
            </p:grpSpPr>
            <p:sp>
              <p:nvSpPr>
                <p:cNvPr id="8125" name="Google Shape;8125;p5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6" name="Google Shape;8126;p5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127" name="Google Shape;8127;p51"/>
            <p:cNvGrpSpPr/>
            <p:nvPr/>
          </p:nvGrpSpPr>
          <p:grpSpPr>
            <a:xfrm>
              <a:off x="5900602" y="1193063"/>
              <a:ext cx="444345" cy="1023338"/>
              <a:chOff x="5900602" y="1193063"/>
              <a:chExt cx="444345" cy="1023338"/>
            </a:xfrm>
          </p:grpSpPr>
          <p:grpSp>
            <p:nvGrpSpPr>
              <p:cNvPr id="8128" name="Google Shape;8128;p51"/>
              <p:cNvGrpSpPr/>
              <p:nvPr/>
            </p:nvGrpSpPr>
            <p:grpSpPr>
              <a:xfrm>
                <a:off x="6046501" y="1367785"/>
                <a:ext cx="298446" cy="848616"/>
                <a:chOff x="6046501" y="1367785"/>
                <a:chExt cx="298446" cy="848616"/>
              </a:xfrm>
            </p:grpSpPr>
            <p:sp>
              <p:nvSpPr>
                <p:cNvPr id="8129" name="Google Shape;8129;p5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51"/>
              <p:cNvGrpSpPr/>
              <p:nvPr/>
            </p:nvGrpSpPr>
            <p:grpSpPr>
              <a:xfrm>
                <a:off x="5900602" y="1193063"/>
                <a:ext cx="284947" cy="182312"/>
                <a:chOff x="5900602" y="1193063"/>
                <a:chExt cx="284947" cy="182312"/>
              </a:xfrm>
            </p:grpSpPr>
            <p:sp>
              <p:nvSpPr>
                <p:cNvPr id="8132" name="Google Shape;8132;p5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3" name="Google Shape;8133;p5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134" name="Google Shape;8134;p51"/>
          <p:cNvGrpSpPr/>
          <p:nvPr/>
        </p:nvGrpSpPr>
        <p:grpSpPr>
          <a:xfrm>
            <a:off x="7217825" y="979415"/>
            <a:ext cx="1219413" cy="1051365"/>
            <a:chOff x="7287122" y="1165658"/>
            <a:chExt cx="1219413" cy="1051365"/>
          </a:xfrm>
        </p:grpSpPr>
        <p:grpSp>
          <p:nvGrpSpPr>
            <p:cNvPr id="8135" name="Google Shape;8135;p51"/>
            <p:cNvGrpSpPr/>
            <p:nvPr/>
          </p:nvGrpSpPr>
          <p:grpSpPr>
            <a:xfrm>
              <a:off x="7287122" y="1969723"/>
              <a:ext cx="1219413" cy="247300"/>
              <a:chOff x="7287122" y="1969723"/>
              <a:chExt cx="1219413" cy="247300"/>
            </a:xfrm>
          </p:grpSpPr>
          <p:sp>
            <p:nvSpPr>
              <p:cNvPr id="8136" name="Google Shape;8136;p5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7" name="Google Shape;8137;p51"/>
              <p:cNvGrpSpPr/>
              <p:nvPr/>
            </p:nvGrpSpPr>
            <p:grpSpPr>
              <a:xfrm>
                <a:off x="7287122" y="2063892"/>
                <a:ext cx="1151753" cy="73428"/>
                <a:chOff x="7287122" y="2063892"/>
                <a:chExt cx="1151753" cy="73428"/>
              </a:xfrm>
            </p:grpSpPr>
            <p:sp>
              <p:nvSpPr>
                <p:cNvPr id="8138" name="Google Shape;8138;p5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9" name="Google Shape;8139;p5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140" name="Google Shape;8140;p51"/>
            <p:cNvGrpSpPr/>
            <p:nvPr/>
          </p:nvGrpSpPr>
          <p:grpSpPr>
            <a:xfrm>
              <a:off x="7287122" y="1712201"/>
              <a:ext cx="1219403" cy="246767"/>
              <a:chOff x="7287122" y="1712201"/>
              <a:chExt cx="1219403" cy="246767"/>
            </a:xfrm>
          </p:grpSpPr>
          <p:sp>
            <p:nvSpPr>
              <p:cNvPr id="8141" name="Google Shape;8141;p5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2" name="Google Shape;8142;p51"/>
              <p:cNvGrpSpPr/>
              <p:nvPr/>
            </p:nvGrpSpPr>
            <p:grpSpPr>
              <a:xfrm>
                <a:off x="7287122" y="1842861"/>
                <a:ext cx="1005303" cy="73419"/>
                <a:chOff x="7287122" y="1842861"/>
                <a:chExt cx="1005303" cy="73419"/>
              </a:xfrm>
            </p:grpSpPr>
            <p:sp>
              <p:nvSpPr>
                <p:cNvPr id="8143" name="Google Shape;8143;p5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4" name="Google Shape;8144;p5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145" name="Google Shape;8145;p51"/>
            <p:cNvGrpSpPr/>
            <p:nvPr/>
          </p:nvGrpSpPr>
          <p:grpSpPr>
            <a:xfrm>
              <a:off x="7287122" y="1447520"/>
              <a:ext cx="1219403" cy="286667"/>
              <a:chOff x="7287122" y="1447520"/>
              <a:chExt cx="1219403" cy="286667"/>
            </a:xfrm>
          </p:grpSpPr>
          <p:sp>
            <p:nvSpPr>
              <p:cNvPr id="8146" name="Google Shape;8146;p5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7" name="Google Shape;8147;p51"/>
              <p:cNvGrpSpPr/>
              <p:nvPr/>
            </p:nvGrpSpPr>
            <p:grpSpPr>
              <a:xfrm>
                <a:off x="7287122" y="1581977"/>
                <a:ext cx="852803" cy="73428"/>
                <a:chOff x="7287122" y="1581977"/>
                <a:chExt cx="852803" cy="73428"/>
              </a:xfrm>
            </p:grpSpPr>
            <p:sp>
              <p:nvSpPr>
                <p:cNvPr id="8148" name="Google Shape;8148;p5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9" name="Google Shape;8149;p5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150" name="Google Shape;8150;p51"/>
            <p:cNvGrpSpPr/>
            <p:nvPr/>
          </p:nvGrpSpPr>
          <p:grpSpPr>
            <a:xfrm>
              <a:off x="7287122" y="1165658"/>
              <a:ext cx="1219403" cy="344253"/>
              <a:chOff x="7287122" y="1165658"/>
              <a:chExt cx="1219403" cy="344253"/>
            </a:xfrm>
          </p:grpSpPr>
          <p:sp>
            <p:nvSpPr>
              <p:cNvPr id="8151" name="Google Shape;8151;p5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2" name="Google Shape;8152;p51"/>
              <p:cNvGrpSpPr/>
              <p:nvPr/>
            </p:nvGrpSpPr>
            <p:grpSpPr>
              <a:xfrm>
                <a:off x="7287122" y="1341025"/>
                <a:ext cx="695703" cy="73419"/>
                <a:chOff x="7287122" y="1341025"/>
                <a:chExt cx="695703" cy="73419"/>
              </a:xfrm>
            </p:grpSpPr>
            <p:sp>
              <p:nvSpPr>
                <p:cNvPr id="8153" name="Google Shape;8153;p5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4" name="Google Shape;8154;p5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58" name="Shape 8158"/>
        <p:cNvGrpSpPr/>
        <p:nvPr/>
      </p:nvGrpSpPr>
      <p:grpSpPr>
        <a:xfrm>
          <a:off x="0" y="0"/>
          <a:ext cx="0" cy="0"/>
          <a:chOff x="0" y="0"/>
          <a:chExt cx="0" cy="0"/>
        </a:xfrm>
      </p:grpSpPr>
      <p:grpSp>
        <p:nvGrpSpPr>
          <p:cNvPr id="8159" name="Google Shape;8159;p52"/>
          <p:cNvGrpSpPr/>
          <p:nvPr/>
        </p:nvGrpSpPr>
        <p:grpSpPr>
          <a:xfrm>
            <a:off x="846551" y="2273217"/>
            <a:ext cx="415546" cy="355053"/>
            <a:chOff x="866243" y="2291587"/>
            <a:chExt cx="415546" cy="355053"/>
          </a:xfrm>
        </p:grpSpPr>
        <p:sp>
          <p:nvSpPr>
            <p:cNvPr id="8160" name="Google Shape;8160;p5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5" name="Google Shape;8165;p52"/>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6" name="Google Shape;8166;p52"/>
          <p:cNvGrpSpPr/>
          <p:nvPr/>
        </p:nvGrpSpPr>
        <p:grpSpPr>
          <a:xfrm>
            <a:off x="1938828" y="2284205"/>
            <a:ext cx="359213" cy="327807"/>
            <a:chOff x="1958520" y="2302574"/>
            <a:chExt cx="359213" cy="327807"/>
          </a:xfrm>
        </p:grpSpPr>
        <p:sp>
          <p:nvSpPr>
            <p:cNvPr id="8167" name="Google Shape;8167;p5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2"/>
          <p:cNvGrpSpPr/>
          <p:nvPr/>
        </p:nvGrpSpPr>
        <p:grpSpPr>
          <a:xfrm>
            <a:off x="2560190" y="2269057"/>
            <a:ext cx="207582" cy="359594"/>
            <a:chOff x="2656082" y="2287427"/>
            <a:chExt cx="207582" cy="359594"/>
          </a:xfrm>
        </p:grpSpPr>
        <p:sp>
          <p:nvSpPr>
            <p:cNvPr id="8171" name="Google Shape;8171;p5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52"/>
          <p:cNvGrpSpPr/>
          <p:nvPr/>
        </p:nvGrpSpPr>
        <p:grpSpPr>
          <a:xfrm>
            <a:off x="3029961" y="2303099"/>
            <a:ext cx="362991" cy="290018"/>
            <a:chOff x="3049653" y="2321468"/>
            <a:chExt cx="362991" cy="290018"/>
          </a:xfrm>
        </p:grpSpPr>
        <p:sp>
          <p:nvSpPr>
            <p:cNvPr id="8176" name="Google Shape;8176;p5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52"/>
          <p:cNvGrpSpPr/>
          <p:nvPr/>
        </p:nvGrpSpPr>
        <p:grpSpPr>
          <a:xfrm>
            <a:off x="3544551" y="2271534"/>
            <a:ext cx="422342" cy="355243"/>
            <a:chOff x="3564243" y="2289904"/>
            <a:chExt cx="422342" cy="355243"/>
          </a:xfrm>
        </p:grpSpPr>
        <p:sp>
          <p:nvSpPr>
            <p:cNvPr id="8181" name="Google Shape;8181;p5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6" name="Google Shape;8186;p52"/>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7" name="Google Shape;8187;p52"/>
          <p:cNvGrpSpPr/>
          <p:nvPr/>
        </p:nvGrpSpPr>
        <p:grpSpPr>
          <a:xfrm>
            <a:off x="4668202" y="2271344"/>
            <a:ext cx="359594" cy="353909"/>
            <a:chOff x="4687894" y="2289713"/>
            <a:chExt cx="359594" cy="353909"/>
          </a:xfrm>
        </p:grpSpPr>
        <p:sp>
          <p:nvSpPr>
            <p:cNvPr id="8188" name="Google Shape;8188;p5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1" name="Google Shape;8191;p52"/>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2" name="Google Shape;8192;p52"/>
          <p:cNvGrpSpPr/>
          <p:nvPr/>
        </p:nvGrpSpPr>
        <p:grpSpPr>
          <a:xfrm>
            <a:off x="6352932" y="2289857"/>
            <a:ext cx="263567" cy="317614"/>
            <a:chOff x="6421399" y="2308227"/>
            <a:chExt cx="263567" cy="317614"/>
          </a:xfrm>
        </p:grpSpPr>
        <p:sp>
          <p:nvSpPr>
            <p:cNvPr id="8193" name="Google Shape;8193;p5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52"/>
          <p:cNvGrpSpPr/>
          <p:nvPr/>
        </p:nvGrpSpPr>
        <p:grpSpPr>
          <a:xfrm>
            <a:off x="6850501" y="2277250"/>
            <a:ext cx="360356" cy="343462"/>
            <a:chOff x="6870193" y="2295620"/>
            <a:chExt cx="360356" cy="343462"/>
          </a:xfrm>
        </p:grpSpPr>
        <p:sp>
          <p:nvSpPr>
            <p:cNvPr id="8198" name="Google Shape;8198;p5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52"/>
          <p:cNvGrpSpPr/>
          <p:nvPr/>
        </p:nvGrpSpPr>
        <p:grpSpPr>
          <a:xfrm>
            <a:off x="7421773" y="2284490"/>
            <a:ext cx="342192" cy="327140"/>
            <a:chOff x="7441465" y="2302860"/>
            <a:chExt cx="342192" cy="327140"/>
          </a:xfrm>
        </p:grpSpPr>
        <p:sp>
          <p:nvSpPr>
            <p:cNvPr id="8201" name="Google Shape;8201;p5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2"/>
          <p:cNvGrpSpPr/>
          <p:nvPr/>
        </p:nvGrpSpPr>
        <p:grpSpPr>
          <a:xfrm>
            <a:off x="7969991" y="2331837"/>
            <a:ext cx="332761" cy="234066"/>
            <a:chOff x="7989683" y="2350207"/>
            <a:chExt cx="332761" cy="234066"/>
          </a:xfrm>
        </p:grpSpPr>
        <p:sp>
          <p:nvSpPr>
            <p:cNvPr id="8204" name="Google Shape;8204;p5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52"/>
          <p:cNvGrpSpPr/>
          <p:nvPr/>
        </p:nvGrpSpPr>
        <p:grpSpPr>
          <a:xfrm>
            <a:off x="5803602" y="2291381"/>
            <a:ext cx="315327" cy="314978"/>
            <a:chOff x="5823294" y="2309751"/>
            <a:chExt cx="315327" cy="314978"/>
          </a:xfrm>
        </p:grpSpPr>
        <p:sp>
          <p:nvSpPr>
            <p:cNvPr id="8211" name="Google Shape;8211;p5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52"/>
          <p:cNvGrpSpPr/>
          <p:nvPr/>
        </p:nvGrpSpPr>
        <p:grpSpPr>
          <a:xfrm>
            <a:off x="2477583" y="2725790"/>
            <a:ext cx="370930" cy="370549"/>
            <a:chOff x="2497275" y="2744159"/>
            <a:chExt cx="370930" cy="370549"/>
          </a:xfrm>
        </p:grpSpPr>
        <p:sp>
          <p:nvSpPr>
            <p:cNvPr id="8229" name="Google Shape;8229;p5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2"/>
          <p:cNvGrpSpPr/>
          <p:nvPr/>
        </p:nvGrpSpPr>
        <p:grpSpPr>
          <a:xfrm>
            <a:off x="841248" y="2728108"/>
            <a:ext cx="371883" cy="365691"/>
            <a:chOff x="860940" y="2746477"/>
            <a:chExt cx="371883" cy="365691"/>
          </a:xfrm>
        </p:grpSpPr>
        <p:sp>
          <p:nvSpPr>
            <p:cNvPr id="8236" name="Google Shape;8236;p5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52"/>
          <p:cNvGrpSpPr/>
          <p:nvPr/>
        </p:nvGrpSpPr>
        <p:grpSpPr>
          <a:xfrm>
            <a:off x="1431144" y="2747889"/>
            <a:ext cx="283985" cy="341080"/>
            <a:chOff x="1493849" y="2775533"/>
            <a:chExt cx="283985" cy="341080"/>
          </a:xfrm>
        </p:grpSpPr>
        <p:sp>
          <p:nvSpPr>
            <p:cNvPr id="8242" name="Google Shape;8242;p5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52"/>
          <p:cNvGrpSpPr/>
          <p:nvPr/>
        </p:nvGrpSpPr>
        <p:grpSpPr>
          <a:xfrm>
            <a:off x="1933144" y="2756052"/>
            <a:ext cx="372835" cy="342573"/>
            <a:chOff x="1952836" y="2774422"/>
            <a:chExt cx="372835" cy="342573"/>
          </a:xfrm>
        </p:grpSpPr>
        <p:sp>
          <p:nvSpPr>
            <p:cNvPr id="8245" name="Google Shape;8245;p5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52"/>
          <p:cNvGrpSpPr/>
          <p:nvPr/>
        </p:nvGrpSpPr>
        <p:grpSpPr>
          <a:xfrm>
            <a:off x="3060224" y="2726107"/>
            <a:ext cx="332729" cy="372518"/>
            <a:chOff x="3079916" y="2744477"/>
            <a:chExt cx="332729" cy="372518"/>
          </a:xfrm>
        </p:grpSpPr>
        <p:sp>
          <p:nvSpPr>
            <p:cNvPr id="8249" name="Google Shape;8249;p5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52"/>
          <p:cNvGrpSpPr/>
          <p:nvPr/>
        </p:nvGrpSpPr>
        <p:grpSpPr>
          <a:xfrm>
            <a:off x="3600884" y="2727155"/>
            <a:ext cx="336889" cy="355592"/>
            <a:chOff x="3620576" y="2745525"/>
            <a:chExt cx="336889" cy="355592"/>
          </a:xfrm>
        </p:grpSpPr>
        <p:sp>
          <p:nvSpPr>
            <p:cNvPr id="8253" name="Google Shape;8253;p5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52"/>
          <p:cNvGrpSpPr/>
          <p:nvPr/>
        </p:nvGrpSpPr>
        <p:grpSpPr>
          <a:xfrm>
            <a:off x="4107123" y="2742334"/>
            <a:ext cx="380393" cy="363118"/>
            <a:chOff x="4126815" y="2760704"/>
            <a:chExt cx="380393" cy="363118"/>
          </a:xfrm>
        </p:grpSpPr>
        <p:sp>
          <p:nvSpPr>
            <p:cNvPr id="8256" name="Google Shape;8256;p5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52"/>
          <p:cNvGrpSpPr/>
          <p:nvPr/>
        </p:nvGrpSpPr>
        <p:grpSpPr>
          <a:xfrm>
            <a:off x="4656294" y="2727314"/>
            <a:ext cx="381346" cy="368644"/>
            <a:chOff x="4675986" y="2745684"/>
            <a:chExt cx="381346" cy="368644"/>
          </a:xfrm>
        </p:grpSpPr>
        <p:sp>
          <p:nvSpPr>
            <p:cNvPr id="8261" name="Google Shape;8261;p5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52"/>
          <p:cNvGrpSpPr/>
          <p:nvPr/>
        </p:nvGrpSpPr>
        <p:grpSpPr>
          <a:xfrm>
            <a:off x="5200924" y="2772692"/>
            <a:ext cx="373185" cy="302466"/>
            <a:chOff x="5220616" y="2791061"/>
            <a:chExt cx="373185" cy="302466"/>
          </a:xfrm>
        </p:grpSpPr>
        <p:sp>
          <p:nvSpPr>
            <p:cNvPr id="8264" name="Google Shape;8264;p5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52"/>
          <p:cNvGrpSpPr/>
          <p:nvPr/>
        </p:nvGrpSpPr>
        <p:grpSpPr>
          <a:xfrm>
            <a:off x="5768969" y="2754147"/>
            <a:ext cx="284366" cy="344097"/>
            <a:chOff x="5864861" y="2772517"/>
            <a:chExt cx="284366" cy="344097"/>
          </a:xfrm>
        </p:grpSpPr>
        <p:sp>
          <p:nvSpPr>
            <p:cNvPr id="8283" name="Google Shape;8283;p5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9" name="Google Shape;8289;p52"/>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0" name="Google Shape;8290;p52"/>
          <p:cNvGrpSpPr/>
          <p:nvPr/>
        </p:nvGrpSpPr>
        <p:grpSpPr>
          <a:xfrm>
            <a:off x="6954467" y="2771168"/>
            <a:ext cx="255247" cy="327458"/>
            <a:chOff x="6974158" y="2789537"/>
            <a:chExt cx="255247" cy="327458"/>
          </a:xfrm>
        </p:grpSpPr>
        <p:sp>
          <p:nvSpPr>
            <p:cNvPr id="8291" name="Google Shape;8291;p5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52"/>
          <p:cNvGrpSpPr/>
          <p:nvPr/>
        </p:nvGrpSpPr>
        <p:grpSpPr>
          <a:xfrm>
            <a:off x="7511005" y="2771930"/>
            <a:ext cx="244291" cy="326314"/>
            <a:chOff x="7530697" y="2790299"/>
            <a:chExt cx="244291" cy="326314"/>
          </a:xfrm>
        </p:grpSpPr>
        <p:sp>
          <p:nvSpPr>
            <p:cNvPr id="8298" name="Google Shape;8298;p5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2"/>
          <p:cNvGrpSpPr/>
          <p:nvPr/>
        </p:nvGrpSpPr>
        <p:grpSpPr>
          <a:xfrm>
            <a:off x="7968499" y="2813878"/>
            <a:ext cx="332348" cy="283985"/>
            <a:chOff x="7988191" y="2832248"/>
            <a:chExt cx="332348" cy="283985"/>
          </a:xfrm>
        </p:grpSpPr>
        <p:sp>
          <p:nvSpPr>
            <p:cNvPr id="8305" name="Google Shape;8305;p5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8" name="Google Shape;8308;p52"/>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9" name="Google Shape;8309;p52"/>
          <p:cNvGrpSpPr/>
          <p:nvPr/>
        </p:nvGrpSpPr>
        <p:grpSpPr>
          <a:xfrm>
            <a:off x="3568748" y="3239998"/>
            <a:ext cx="364484" cy="262423"/>
            <a:chOff x="3588440" y="3258368"/>
            <a:chExt cx="364484" cy="262423"/>
          </a:xfrm>
        </p:grpSpPr>
        <p:sp>
          <p:nvSpPr>
            <p:cNvPr id="8310" name="Google Shape;8310;p5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6" name="Google Shape;8316;p52"/>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7" name="Google Shape;8317;p52"/>
          <p:cNvGrpSpPr/>
          <p:nvPr/>
        </p:nvGrpSpPr>
        <p:grpSpPr>
          <a:xfrm>
            <a:off x="5746125" y="3209355"/>
            <a:ext cx="364865" cy="324822"/>
            <a:chOff x="5765817" y="3227724"/>
            <a:chExt cx="364865" cy="324822"/>
          </a:xfrm>
        </p:grpSpPr>
        <p:sp>
          <p:nvSpPr>
            <p:cNvPr id="8318" name="Google Shape;8318;p5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52"/>
          <p:cNvGrpSpPr/>
          <p:nvPr/>
        </p:nvGrpSpPr>
        <p:grpSpPr>
          <a:xfrm>
            <a:off x="6208891" y="3219294"/>
            <a:ext cx="446539" cy="303895"/>
            <a:chOff x="6228583" y="3237664"/>
            <a:chExt cx="446539" cy="303895"/>
          </a:xfrm>
        </p:grpSpPr>
        <p:sp>
          <p:nvSpPr>
            <p:cNvPr id="8322" name="Google Shape;8322;p5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52"/>
          <p:cNvGrpSpPr/>
          <p:nvPr/>
        </p:nvGrpSpPr>
        <p:grpSpPr>
          <a:xfrm>
            <a:off x="846170" y="3188936"/>
            <a:ext cx="364484" cy="364897"/>
            <a:chOff x="865862" y="3207306"/>
            <a:chExt cx="364484" cy="364897"/>
          </a:xfrm>
        </p:grpSpPr>
        <p:sp>
          <p:nvSpPr>
            <p:cNvPr id="8340" name="Google Shape;8340;p5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52"/>
          <p:cNvGrpSpPr/>
          <p:nvPr/>
        </p:nvGrpSpPr>
        <p:grpSpPr>
          <a:xfrm>
            <a:off x="1384925" y="3208593"/>
            <a:ext cx="370168" cy="325965"/>
            <a:chOff x="1404617" y="3226962"/>
            <a:chExt cx="370168" cy="325965"/>
          </a:xfrm>
        </p:grpSpPr>
        <p:sp>
          <p:nvSpPr>
            <p:cNvPr id="8355" name="Google Shape;8355;p5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52"/>
          <p:cNvGrpSpPr/>
          <p:nvPr/>
        </p:nvGrpSpPr>
        <p:grpSpPr>
          <a:xfrm>
            <a:off x="1933711" y="3197724"/>
            <a:ext cx="366389" cy="354481"/>
            <a:chOff x="1954741" y="3212419"/>
            <a:chExt cx="366389" cy="354481"/>
          </a:xfrm>
        </p:grpSpPr>
        <p:sp>
          <p:nvSpPr>
            <p:cNvPr id="8365" name="Google Shape;8365;p5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2"/>
          <p:cNvGrpSpPr/>
          <p:nvPr/>
        </p:nvGrpSpPr>
        <p:grpSpPr>
          <a:xfrm>
            <a:off x="3023547" y="3197256"/>
            <a:ext cx="366008" cy="348670"/>
            <a:chOff x="3043239" y="3215626"/>
            <a:chExt cx="366008" cy="348670"/>
          </a:xfrm>
        </p:grpSpPr>
        <p:sp>
          <p:nvSpPr>
            <p:cNvPr id="8373" name="Google Shape;8373;p5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2"/>
          <p:cNvGrpSpPr/>
          <p:nvPr/>
        </p:nvGrpSpPr>
        <p:grpSpPr>
          <a:xfrm>
            <a:off x="4198641" y="3166613"/>
            <a:ext cx="209107" cy="383442"/>
            <a:chOff x="4218333" y="3184982"/>
            <a:chExt cx="209107" cy="383442"/>
          </a:xfrm>
        </p:grpSpPr>
        <p:sp>
          <p:nvSpPr>
            <p:cNvPr id="8376" name="Google Shape;8376;p5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8" name="Google Shape;8378;p52"/>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9" name="Google Shape;8379;p52"/>
          <p:cNvGrpSpPr/>
          <p:nvPr/>
        </p:nvGrpSpPr>
        <p:grpSpPr>
          <a:xfrm>
            <a:off x="6876953" y="3197637"/>
            <a:ext cx="322917" cy="347876"/>
            <a:chOff x="6896644" y="3216007"/>
            <a:chExt cx="322917" cy="347876"/>
          </a:xfrm>
        </p:grpSpPr>
        <p:sp>
          <p:nvSpPr>
            <p:cNvPr id="8380" name="Google Shape;8380;p5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52"/>
          <p:cNvGrpSpPr/>
          <p:nvPr/>
        </p:nvGrpSpPr>
        <p:grpSpPr>
          <a:xfrm>
            <a:off x="7409674" y="3204814"/>
            <a:ext cx="334634" cy="333904"/>
            <a:chOff x="7429366" y="3223183"/>
            <a:chExt cx="334634" cy="333904"/>
          </a:xfrm>
        </p:grpSpPr>
        <p:sp>
          <p:nvSpPr>
            <p:cNvPr id="8388" name="Google Shape;8388;p5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0" name="Google Shape;8390;p52"/>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1" name="Google Shape;8391;p52"/>
          <p:cNvGrpSpPr/>
          <p:nvPr/>
        </p:nvGrpSpPr>
        <p:grpSpPr>
          <a:xfrm>
            <a:off x="5196764" y="3707114"/>
            <a:ext cx="356196" cy="265631"/>
            <a:chOff x="5216456" y="3725484"/>
            <a:chExt cx="356196" cy="265631"/>
          </a:xfrm>
        </p:grpSpPr>
        <p:sp>
          <p:nvSpPr>
            <p:cNvPr id="8392" name="Google Shape;8392;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52"/>
          <p:cNvGrpSpPr/>
          <p:nvPr/>
        </p:nvGrpSpPr>
        <p:grpSpPr>
          <a:xfrm>
            <a:off x="6829701" y="3715625"/>
            <a:ext cx="355053" cy="248038"/>
            <a:chOff x="6849393" y="3733994"/>
            <a:chExt cx="355053" cy="248038"/>
          </a:xfrm>
        </p:grpSpPr>
        <p:sp>
          <p:nvSpPr>
            <p:cNvPr id="8395" name="Google Shape;8395;p5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52"/>
          <p:cNvGrpSpPr/>
          <p:nvPr/>
        </p:nvGrpSpPr>
        <p:grpSpPr>
          <a:xfrm>
            <a:off x="7899305" y="3696318"/>
            <a:ext cx="392111" cy="280206"/>
            <a:chOff x="7918997" y="3714687"/>
            <a:chExt cx="392111" cy="280206"/>
          </a:xfrm>
        </p:grpSpPr>
        <p:sp>
          <p:nvSpPr>
            <p:cNvPr id="8401" name="Google Shape;8401;p5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6" name="Google Shape;8406;p52"/>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7" name="Google Shape;8407;p52"/>
          <p:cNvGrpSpPr/>
          <p:nvPr/>
        </p:nvGrpSpPr>
        <p:grpSpPr>
          <a:xfrm>
            <a:off x="1389085" y="3662594"/>
            <a:ext cx="357720" cy="355148"/>
            <a:chOff x="1408777" y="3680964"/>
            <a:chExt cx="357720" cy="355148"/>
          </a:xfrm>
        </p:grpSpPr>
        <p:sp>
          <p:nvSpPr>
            <p:cNvPr id="8408" name="Google Shape;8408;p5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52"/>
          <p:cNvGrpSpPr/>
          <p:nvPr/>
        </p:nvGrpSpPr>
        <p:grpSpPr>
          <a:xfrm>
            <a:off x="1933144" y="3662594"/>
            <a:ext cx="357720" cy="355148"/>
            <a:chOff x="1952836" y="3680964"/>
            <a:chExt cx="357720" cy="355148"/>
          </a:xfrm>
        </p:grpSpPr>
        <p:sp>
          <p:nvSpPr>
            <p:cNvPr id="8414" name="Google Shape;8414;p5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52"/>
          <p:cNvGrpSpPr/>
          <p:nvPr/>
        </p:nvGrpSpPr>
        <p:grpSpPr>
          <a:xfrm>
            <a:off x="2477202" y="3662594"/>
            <a:ext cx="357720" cy="355148"/>
            <a:chOff x="2496894" y="3680964"/>
            <a:chExt cx="357720" cy="355148"/>
          </a:xfrm>
        </p:grpSpPr>
        <p:sp>
          <p:nvSpPr>
            <p:cNvPr id="8420" name="Google Shape;8420;p5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52"/>
          <p:cNvGrpSpPr/>
          <p:nvPr/>
        </p:nvGrpSpPr>
        <p:grpSpPr>
          <a:xfrm>
            <a:off x="3021292" y="3662689"/>
            <a:ext cx="356164" cy="355815"/>
            <a:chOff x="3040984" y="3681059"/>
            <a:chExt cx="356164" cy="355815"/>
          </a:xfrm>
        </p:grpSpPr>
        <p:sp>
          <p:nvSpPr>
            <p:cNvPr id="8426" name="Google Shape;8426;p5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52"/>
          <p:cNvGrpSpPr/>
          <p:nvPr/>
        </p:nvGrpSpPr>
        <p:grpSpPr>
          <a:xfrm>
            <a:off x="3564589" y="3680821"/>
            <a:ext cx="358069" cy="317995"/>
            <a:chOff x="3584280" y="3699191"/>
            <a:chExt cx="358069" cy="317995"/>
          </a:xfrm>
        </p:grpSpPr>
        <p:sp>
          <p:nvSpPr>
            <p:cNvPr id="8430" name="Google Shape;8430;p5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52"/>
          <p:cNvGrpSpPr/>
          <p:nvPr/>
        </p:nvGrpSpPr>
        <p:grpSpPr>
          <a:xfrm>
            <a:off x="4109790" y="3662689"/>
            <a:ext cx="355402" cy="354291"/>
            <a:chOff x="4129482" y="3681059"/>
            <a:chExt cx="355402" cy="354291"/>
          </a:xfrm>
        </p:grpSpPr>
        <p:sp>
          <p:nvSpPr>
            <p:cNvPr id="8435" name="Google Shape;8435;p5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52"/>
          <p:cNvGrpSpPr/>
          <p:nvPr/>
        </p:nvGrpSpPr>
        <p:grpSpPr>
          <a:xfrm>
            <a:off x="4653849" y="3661927"/>
            <a:ext cx="355434" cy="355815"/>
            <a:chOff x="4673540" y="3680297"/>
            <a:chExt cx="355434" cy="355815"/>
          </a:xfrm>
        </p:grpSpPr>
        <p:sp>
          <p:nvSpPr>
            <p:cNvPr id="8440" name="Google Shape;8440;p5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52"/>
          <p:cNvGrpSpPr/>
          <p:nvPr/>
        </p:nvGrpSpPr>
        <p:grpSpPr>
          <a:xfrm>
            <a:off x="5759716" y="3680821"/>
            <a:ext cx="317645" cy="318757"/>
            <a:chOff x="5779408" y="3699191"/>
            <a:chExt cx="317645" cy="318757"/>
          </a:xfrm>
        </p:grpSpPr>
        <p:sp>
          <p:nvSpPr>
            <p:cNvPr id="8444" name="Google Shape;8444;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6" name="Google Shape;8446;p52"/>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7" name="Google Shape;8447;p52"/>
          <p:cNvGrpSpPr/>
          <p:nvPr/>
        </p:nvGrpSpPr>
        <p:grpSpPr>
          <a:xfrm>
            <a:off x="7370743" y="3662499"/>
            <a:ext cx="372073" cy="355243"/>
            <a:chOff x="7390435" y="3680868"/>
            <a:chExt cx="372073" cy="355243"/>
          </a:xfrm>
        </p:grpSpPr>
        <p:sp>
          <p:nvSpPr>
            <p:cNvPr id="8448" name="Google Shape;8448;p5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52"/>
          <p:cNvGrpSpPr/>
          <p:nvPr/>
        </p:nvGrpSpPr>
        <p:grpSpPr>
          <a:xfrm>
            <a:off x="1392301" y="4119346"/>
            <a:ext cx="374709" cy="374010"/>
            <a:chOff x="1421638" y="4125629"/>
            <a:chExt cx="374709" cy="374010"/>
          </a:xfrm>
        </p:grpSpPr>
        <p:sp>
          <p:nvSpPr>
            <p:cNvPr id="8455" name="Google Shape;8455;p5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52"/>
          <p:cNvGrpSpPr/>
          <p:nvPr/>
        </p:nvGrpSpPr>
        <p:grpSpPr>
          <a:xfrm>
            <a:off x="1943917" y="4135255"/>
            <a:ext cx="357720" cy="342192"/>
            <a:chOff x="1973254" y="4156304"/>
            <a:chExt cx="357720" cy="342192"/>
          </a:xfrm>
        </p:grpSpPr>
        <p:sp>
          <p:nvSpPr>
            <p:cNvPr id="8458" name="Google Shape;8458;p5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52"/>
          <p:cNvGrpSpPr/>
          <p:nvPr/>
        </p:nvGrpSpPr>
        <p:grpSpPr>
          <a:xfrm>
            <a:off x="2494422" y="4136192"/>
            <a:ext cx="341049" cy="340318"/>
            <a:chOff x="2523759" y="4135505"/>
            <a:chExt cx="341049" cy="340318"/>
          </a:xfrm>
        </p:grpSpPr>
        <p:sp>
          <p:nvSpPr>
            <p:cNvPr id="8465" name="Google Shape;8465;p5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52"/>
          <p:cNvGrpSpPr/>
          <p:nvPr/>
        </p:nvGrpSpPr>
        <p:grpSpPr>
          <a:xfrm>
            <a:off x="3011266" y="4131175"/>
            <a:ext cx="392079" cy="350353"/>
            <a:chOff x="3040603" y="4130360"/>
            <a:chExt cx="392079" cy="350353"/>
          </a:xfrm>
        </p:grpSpPr>
        <p:sp>
          <p:nvSpPr>
            <p:cNvPr id="8468" name="Google Shape;8468;p5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52"/>
          <p:cNvGrpSpPr/>
          <p:nvPr/>
        </p:nvGrpSpPr>
        <p:grpSpPr>
          <a:xfrm>
            <a:off x="3632807" y="4136192"/>
            <a:ext cx="232955" cy="340318"/>
            <a:chOff x="3662144" y="4135505"/>
            <a:chExt cx="232955" cy="340318"/>
          </a:xfrm>
        </p:grpSpPr>
        <p:sp>
          <p:nvSpPr>
            <p:cNvPr id="8479" name="Google Shape;8479;p5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52"/>
          <p:cNvGrpSpPr/>
          <p:nvPr/>
        </p:nvGrpSpPr>
        <p:grpSpPr>
          <a:xfrm>
            <a:off x="4119801" y="4122029"/>
            <a:ext cx="344065" cy="368644"/>
            <a:chOff x="4149138" y="4121151"/>
            <a:chExt cx="344065" cy="368644"/>
          </a:xfrm>
        </p:grpSpPr>
        <p:sp>
          <p:nvSpPr>
            <p:cNvPr id="8484" name="Google Shape;8484;p5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6" name="Google Shape;8496;p52"/>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7" name="Google Shape;8497;p52"/>
          <p:cNvGrpSpPr/>
          <p:nvPr/>
        </p:nvGrpSpPr>
        <p:grpSpPr>
          <a:xfrm>
            <a:off x="5176925" y="4174949"/>
            <a:ext cx="397763" cy="262804"/>
            <a:chOff x="5206262" y="4174817"/>
            <a:chExt cx="397763" cy="262804"/>
          </a:xfrm>
        </p:grpSpPr>
        <p:sp>
          <p:nvSpPr>
            <p:cNvPr id="8498" name="Google Shape;8498;p5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2"/>
          <p:cNvGrpSpPr/>
          <p:nvPr/>
        </p:nvGrpSpPr>
        <p:grpSpPr>
          <a:xfrm>
            <a:off x="5698279" y="4161342"/>
            <a:ext cx="440505" cy="290018"/>
            <a:chOff x="5727616" y="4204699"/>
            <a:chExt cx="440505" cy="290018"/>
          </a:xfrm>
        </p:grpSpPr>
        <p:sp>
          <p:nvSpPr>
            <p:cNvPr id="8506" name="Google Shape;8506;p5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2"/>
          <p:cNvGrpSpPr/>
          <p:nvPr/>
        </p:nvGrpSpPr>
        <p:grpSpPr>
          <a:xfrm>
            <a:off x="6380726" y="4124093"/>
            <a:ext cx="159950" cy="364516"/>
            <a:chOff x="6410063" y="4135124"/>
            <a:chExt cx="159950" cy="364516"/>
          </a:xfrm>
        </p:grpSpPr>
        <p:sp>
          <p:nvSpPr>
            <p:cNvPr id="8515" name="Google Shape;8515;p5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52"/>
          <p:cNvGrpSpPr/>
          <p:nvPr/>
        </p:nvGrpSpPr>
        <p:grpSpPr>
          <a:xfrm>
            <a:off x="6641065" y="4124284"/>
            <a:ext cx="214378" cy="364135"/>
            <a:chOff x="6924652" y="4135505"/>
            <a:chExt cx="214378" cy="364135"/>
          </a:xfrm>
        </p:grpSpPr>
        <p:sp>
          <p:nvSpPr>
            <p:cNvPr id="8520" name="Google Shape;8520;p5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4" name="Google Shape;8524;p52"/>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525" name="Google Shape;8525;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526" name="Google Shape;8526;p52"/>
          <p:cNvGrpSpPr/>
          <p:nvPr/>
        </p:nvGrpSpPr>
        <p:grpSpPr>
          <a:xfrm>
            <a:off x="841240" y="4119220"/>
            <a:ext cx="374177" cy="374263"/>
            <a:chOff x="775325" y="4143525"/>
            <a:chExt cx="468776" cy="468884"/>
          </a:xfrm>
        </p:grpSpPr>
        <p:sp>
          <p:nvSpPr>
            <p:cNvPr id="8527" name="Google Shape;8527;p52"/>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2"/>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2"/>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2"/>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52"/>
          <p:cNvGrpSpPr/>
          <p:nvPr/>
        </p:nvGrpSpPr>
        <p:grpSpPr>
          <a:xfrm>
            <a:off x="7015917" y="4114633"/>
            <a:ext cx="219464" cy="383437"/>
            <a:chOff x="1426400" y="1814750"/>
            <a:chExt cx="407850" cy="712575"/>
          </a:xfrm>
        </p:grpSpPr>
        <p:sp>
          <p:nvSpPr>
            <p:cNvPr id="8532" name="Google Shape;8532;p52"/>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2"/>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2"/>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52"/>
          <p:cNvGrpSpPr/>
          <p:nvPr/>
        </p:nvGrpSpPr>
        <p:grpSpPr>
          <a:xfrm>
            <a:off x="7391519" y="4149408"/>
            <a:ext cx="313833" cy="313887"/>
            <a:chOff x="1910075" y="2021700"/>
            <a:chExt cx="583225" cy="583325"/>
          </a:xfrm>
        </p:grpSpPr>
        <p:sp>
          <p:nvSpPr>
            <p:cNvPr id="8536" name="Google Shape;8536;p52"/>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2"/>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2"/>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52"/>
          <p:cNvGrpSpPr/>
          <p:nvPr/>
        </p:nvGrpSpPr>
        <p:grpSpPr>
          <a:xfrm>
            <a:off x="7861486" y="4189187"/>
            <a:ext cx="441255" cy="234329"/>
            <a:chOff x="2749275" y="2099575"/>
            <a:chExt cx="820025" cy="435475"/>
          </a:xfrm>
        </p:grpSpPr>
        <p:sp>
          <p:nvSpPr>
            <p:cNvPr id="8540" name="Google Shape;8540;p52"/>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2"/>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2"/>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2"/>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7" name="Shape 8547"/>
        <p:cNvGrpSpPr/>
        <p:nvPr/>
      </p:nvGrpSpPr>
      <p:grpSpPr>
        <a:xfrm>
          <a:off x="0" y="0"/>
          <a:ext cx="0" cy="0"/>
          <a:chOff x="0" y="0"/>
          <a:chExt cx="0" cy="0"/>
        </a:xfrm>
      </p:grpSpPr>
      <p:grpSp>
        <p:nvGrpSpPr>
          <p:cNvPr id="8548" name="Google Shape;8548;p53"/>
          <p:cNvGrpSpPr/>
          <p:nvPr/>
        </p:nvGrpSpPr>
        <p:grpSpPr>
          <a:xfrm>
            <a:off x="1989449" y="4101269"/>
            <a:ext cx="374774" cy="346073"/>
            <a:chOff x="1989449" y="4282269"/>
            <a:chExt cx="374774" cy="346073"/>
          </a:xfrm>
        </p:grpSpPr>
        <p:sp>
          <p:nvSpPr>
            <p:cNvPr id="8549" name="Google Shape;8549;p5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53"/>
          <p:cNvGrpSpPr/>
          <p:nvPr/>
        </p:nvGrpSpPr>
        <p:grpSpPr>
          <a:xfrm>
            <a:off x="2487439" y="4099740"/>
            <a:ext cx="198775" cy="348972"/>
            <a:chOff x="2487439" y="4280740"/>
            <a:chExt cx="198775" cy="348972"/>
          </a:xfrm>
        </p:grpSpPr>
        <p:sp>
          <p:nvSpPr>
            <p:cNvPr id="8555" name="Google Shape;8555;p5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53"/>
          <p:cNvGrpSpPr/>
          <p:nvPr/>
        </p:nvGrpSpPr>
        <p:grpSpPr>
          <a:xfrm>
            <a:off x="2810958" y="4092923"/>
            <a:ext cx="353145" cy="361873"/>
            <a:chOff x="2810958" y="4273923"/>
            <a:chExt cx="353145" cy="361873"/>
          </a:xfrm>
        </p:grpSpPr>
        <p:sp>
          <p:nvSpPr>
            <p:cNvPr id="8560" name="Google Shape;8560;p5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53"/>
          <p:cNvGrpSpPr/>
          <p:nvPr/>
        </p:nvGrpSpPr>
        <p:grpSpPr>
          <a:xfrm>
            <a:off x="6275635" y="4101651"/>
            <a:ext cx="209383" cy="366778"/>
            <a:chOff x="6275635" y="4282651"/>
            <a:chExt cx="209383" cy="366778"/>
          </a:xfrm>
        </p:grpSpPr>
        <p:sp>
          <p:nvSpPr>
            <p:cNvPr id="8568" name="Google Shape;8568;p5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3"/>
          <p:cNvGrpSpPr/>
          <p:nvPr/>
        </p:nvGrpSpPr>
        <p:grpSpPr>
          <a:xfrm>
            <a:off x="6701186" y="4102033"/>
            <a:ext cx="280292" cy="366396"/>
            <a:chOff x="6701186" y="4283033"/>
            <a:chExt cx="280292" cy="366396"/>
          </a:xfrm>
        </p:grpSpPr>
        <p:sp>
          <p:nvSpPr>
            <p:cNvPr id="8571" name="Google Shape;8571;p5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53"/>
          <p:cNvGrpSpPr/>
          <p:nvPr/>
        </p:nvGrpSpPr>
        <p:grpSpPr>
          <a:xfrm>
            <a:off x="2609571" y="3643958"/>
            <a:ext cx="373627" cy="347347"/>
            <a:chOff x="2609571" y="3824958"/>
            <a:chExt cx="373627" cy="347347"/>
          </a:xfrm>
        </p:grpSpPr>
        <p:sp>
          <p:nvSpPr>
            <p:cNvPr id="8574" name="Google Shape;8574;p5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6" name="Google Shape;8576;p53"/>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7" name="Google Shape;8577;p53"/>
          <p:cNvGrpSpPr/>
          <p:nvPr/>
        </p:nvGrpSpPr>
        <p:grpSpPr>
          <a:xfrm>
            <a:off x="916127" y="3626056"/>
            <a:ext cx="221902" cy="380795"/>
            <a:chOff x="916127" y="3807056"/>
            <a:chExt cx="221902" cy="380795"/>
          </a:xfrm>
        </p:grpSpPr>
        <p:sp>
          <p:nvSpPr>
            <p:cNvPr id="8578" name="Google Shape;8578;p5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2" name="Google Shape;8582;p53"/>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3"/>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4" name="Google Shape;8584;p53"/>
          <p:cNvGrpSpPr/>
          <p:nvPr/>
        </p:nvGrpSpPr>
        <p:grpSpPr>
          <a:xfrm>
            <a:off x="3513010" y="3635134"/>
            <a:ext cx="362223" cy="361108"/>
            <a:chOff x="3513010" y="3816134"/>
            <a:chExt cx="362223" cy="361108"/>
          </a:xfrm>
        </p:grpSpPr>
        <p:sp>
          <p:nvSpPr>
            <p:cNvPr id="8585" name="Google Shape;8585;p5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53"/>
          <p:cNvGrpSpPr/>
          <p:nvPr/>
        </p:nvGrpSpPr>
        <p:grpSpPr>
          <a:xfrm>
            <a:off x="3950316" y="3639307"/>
            <a:ext cx="369805" cy="353782"/>
            <a:chOff x="3950316" y="3820307"/>
            <a:chExt cx="369805" cy="353782"/>
          </a:xfrm>
        </p:grpSpPr>
        <p:sp>
          <p:nvSpPr>
            <p:cNvPr id="8590" name="Google Shape;8590;p5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53"/>
          <p:cNvGrpSpPr/>
          <p:nvPr/>
        </p:nvGrpSpPr>
        <p:grpSpPr>
          <a:xfrm>
            <a:off x="1761909" y="3630961"/>
            <a:ext cx="307974" cy="371716"/>
            <a:chOff x="1761909" y="3811961"/>
            <a:chExt cx="307974" cy="371716"/>
          </a:xfrm>
        </p:grpSpPr>
        <p:sp>
          <p:nvSpPr>
            <p:cNvPr id="8595" name="Google Shape;8595;p5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53"/>
          <p:cNvGrpSpPr/>
          <p:nvPr/>
        </p:nvGrpSpPr>
        <p:grpSpPr>
          <a:xfrm>
            <a:off x="5373342" y="3627935"/>
            <a:ext cx="231395" cy="353145"/>
            <a:chOff x="5373342" y="3808935"/>
            <a:chExt cx="231395" cy="353145"/>
          </a:xfrm>
        </p:grpSpPr>
        <p:sp>
          <p:nvSpPr>
            <p:cNvPr id="8606" name="Google Shape;8606;p5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5" name="Google Shape;8615;p53"/>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6" name="Google Shape;8616;p53"/>
          <p:cNvGrpSpPr/>
          <p:nvPr/>
        </p:nvGrpSpPr>
        <p:grpSpPr>
          <a:xfrm>
            <a:off x="5833775" y="3628445"/>
            <a:ext cx="235185" cy="352253"/>
            <a:chOff x="5833775" y="3809445"/>
            <a:chExt cx="235185" cy="352253"/>
          </a:xfrm>
        </p:grpSpPr>
        <p:sp>
          <p:nvSpPr>
            <p:cNvPr id="8617" name="Google Shape;8617;p5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53"/>
          <p:cNvGrpSpPr/>
          <p:nvPr/>
        </p:nvGrpSpPr>
        <p:grpSpPr>
          <a:xfrm>
            <a:off x="4942472" y="3628318"/>
            <a:ext cx="238976" cy="352762"/>
            <a:chOff x="4942472" y="3809318"/>
            <a:chExt cx="238976" cy="352762"/>
          </a:xfrm>
        </p:grpSpPr>
        <p:sp>
          <p:nvSpPr>
            <p:cNvPr id="8621" name="Google Shape;8621;p5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53"/>
          <p:cNvGrpSpPr/>
          <p:nvPr/>
        </p:nvGrpSpPr>
        <p:grpSpPr>
          <a:xfrm>
            <a:off x="6266525" y="3626788"/>
            <a:ext cx="260223" cy="353527"/>
            <a:chOff x="6266525" y="3807788"/>
            <a:chExt cx="260223" cy="353527"/>
          </a:xfrm>
        </p:grpSpPr>
        <p:sp>
          <p:nvSpPr>
            <p:cNvPr id="8629" name="Google Shape;8629;p5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3" name="Google Shape;8633;p53"/>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4" name="Google Shape;8634;p53"/>
          <p:cNvGrpSpPr/>
          <p:nvPr/>
        </p:nvGrpSpPr>
        <p:grpSpPr>
          <a:xfrm>
            <a:off x="7184363" y="3628604"/>
            <a:ext cx="202184" cy="352762"/>
            <a:chOff x="7184363" y="3809604"/>
            <a:chExt cx="202184" cy="352762"/>
          </a:xfrm>
        </p:grpSpPr>
        <p:sp>
          <p:nvSpPr>
            <p:cNvPr id="8635" name="Google Shape;8635;p5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53"/>
          <p:cNvGrpSpPr/>
          <p:nvPr/>
        </p:nvGrpSpPr>
        <p:grpSpPr>
          <a:xfrm>
            <a:off x="7571624" y="3627935"/>
            <a:ext cx="292047" cy="352762"/>
            <a:chOff x="7571624" y="3808935"/>
            <a:chExt cx="292047" cy="352762"/>
          </a:xfrm>
        </p:grpSpPr>
        <p:sp>
          <p:nvSpPr>
            <p:cNvPr id="8638" name="Google Shape;8638;p5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53"/>
          <p:cNvGrpSpPr/>
          <p:nvPr/>
        </p:nvGrpSpPr>
        <p:grpSpPr>
          <a:xfrm>
            <a:off x="2174559" y="3175116"/>
            <a:ext cx="364135" cy="359930"/>
            <a:chOff x="2174559" y="3356116"/>
            <a:chExt cx="364135" cy="359930"/>
          </a:xfrm>
        </p:grpSpPr>
        <p:sp>
          <p:nvSpPr>
            <p:cNvPr id="8645" name="Google Shape;8645;p5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53"/>
          <p:cNvGrpSpPr/>
          <p:nvPr/>
        </p:nvGrpSpPr>
        <p:grpSpPr>
          <a:xfrm>
            <a:off x="1731934" y="3174639"/>
            <a:ext cx="368371" cy="361554"/>
            <a:chOff x="1731934" y="3355639"/>
            <a:chExt cx="368371" cy="361554"/>
          </a:xfrm>
        </p:grpSpPr>
        <p:sp>
          <p:nvSpPr>
            <p:cNvPr id="8648" name="Google Shape;8648;p5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53"/>
          <p:cNvGrpSpPr/>
          <p:nvPr/>
        </p:nvGrpSpPr>
        <p:grpSpPr>
          <a:xfrm>
            <a:off x="3990517" y="3173173"/>
            <a:ext cx="279559" cy="363402"/>
            <a:chOff x="3990517" y="3354173"/>
            <a:chExt cx="279559" cy="363402"/>
          </a:xfrm>
        </p:grpSpPr>
        <p:sp>
          <p:nvSpPr>
            <p:cNvPr id="8651" name="Google Shape;8651;p5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53"/>
          <p:cNvGrpSpPr/>
          <p:nvPr/>
        </p:nvGrpSpPr>
        <p:grpSpPr>
          <a:xfrm>
            <a:off x="3497847" y="3236374"/>
            <a:ext cx="379680" cy="237606"/>
            <a:chOff x="3497847" y="3417374"/>
            <a:chExt cx="379680" cy="237606"/>
          </a:xfrm>
        </p:grpSpPr>
        <p:sp>
          <p:nvSpPr>
            <p:cNvPr id="8655" name="Google Shape;8655;p5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53"/>
          <p:cNvGrpSpPr/>
          <p:nvPr/>
        </p:nvGrpSpPr>
        <p:grpSpPr>
          <a:xfrm>
            <a:off x="2612597" y="3186075"/>
            <a:ext cx="376271" cy="337982"/>
            <a:chOff x="2612597" y="3367075"/>
            <a:chExt cx="376271" cy="337982"/>
          </a:xfrm>
        </p:grpSpPr>
        <p:sp>
          <p:nvSpPr>
            <p:cNvPr id="8660" name="Google Shape;8660;p5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53"/>
          <p:cNvGrpSpPr/>
          <p:nvPr/>
        </p:nvGrpSpPr>
        <p:grpSpPr>
          <a:xfrm>
            <a:off x="3071914" y="3183431"/>
            <a:ext cx="343652" cy="342505"/>
            <a:chOff x="3071914" y="3364431"/>
            <a:chExt cx="343652" cy="342505"/>
          </a:xfrm>
        </p:grpSpPr>
        <p:sp>
          <p:nvSpPr>
            <p:cNvPr id="8663" name="Google Shape;8663;p5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3"/>
          <p:cNvGrpSpPr/>
          <p:nvPr/>
        </p:nvGrpSpPr>
        <p:grpSpPr>
          <a:xfrm>
            <a:off x="897141" y="3178875"/>
            <a:ext cx="257962" cy="352762"/>
            <a:chOff x="897141" y="3359875"/>
            <a:chExt cx="257962" cy="352762"/>
          </a:xfrm>
        </p:grpSpPr>
        <p:sp>
          <p:nvSpPr>
            <p:cNvPr id="8669" name="Google Shape;8669;p5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53"/>
          <p:cNvGrpSpPr/>
          <p:nvPr/>
        </p:nvGrpSpPr>
        <p:grpSpPr>
          <a:xfrm>
            <a:off x="1333682" y="3163330"/>
            <a:ext cx="271213" cy="383088"/>
            <a:chOff x="1333682" y="3344330"/>
            <a:chExt cx="271213" cy="383088"/>
          </a:xfrm>
        </p:grpSpPr>
        <p:sp>
          <p:nvSpPr>
            <p:cNvPr id="8678" name="Google Shape;8678;p5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3"/>
          <p:cNvGrpSpPr/>
          <p:nvPr/>
        </p:nvGrpSpPr>
        <p:grpSpPr>
          <a:xfrm>
            <a:off x="6664394" y="3165974"/>
            <a:ext cx="353113" cy="351998"/>
            <a:chOff x="6664394" y="3346974"/>
            <a:chExt cx="353113" cy="351998"/>
          </a:xfrm>
        </p:grpSpPr>
        <p:sp>
          <p:nvSpPr>
            <p:cNvPr id="8690" name="Google Shape;8690;p5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3"/>
          <p:cNvGrpSpPr/>
          <p:nvPr/>
        </p:nvGrpSpPr>
        <p:grpSpPr>
          <a:xfrm>
            <a:off x="849741" y="1778307"/>
            <a:ext cx="399398" cy="375443"/>
            <a:chOff x="849741" y="1959307"/>
            <a:chExt cx="399398" cy="375443"/>
          </a:xfrm>
        </p:grpSpPr>
        <p:sp>
          <p:nvSpPr>
            <p:cNvPr id="8696" name="Google Shape;8696;p5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53"/>
          <p:cNvGrpSpPr/>
          <p:nvPr/>
        </p:nvGrpSpPr>
        <p:grpSpPr>
          <a:xfrm>
            <a:off x="1284212" y="1782766"/>
            <a:ext cx="379489" cy="366046"/>
            <a:chOff x="1284212" y="1963766"/>
            <a:chExt cx="379489" cy="366046"/>
          </a:xfrm>
        </p:grpSpPr>
        <p:sp>
          <p:nvSpPr>
            <p:cNvPr id="8699" name="Google Shape;8699;p5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53"/>
          <p:cNvGrpSpPr/>
          <p:nvPr/>
        </p:nvGrpSpPr>
        <p:grpSpPr>
          <a:xfrm>
            <a:off x="3037766" y="1788564"/>
            <a:ext cx="370219" cy="354928"/>
            <a:chOff x="3037766" y="1969564"/>
            <a:chExt cx="370219" cy="354928"/>
          </a:xfrm>
        </p:grpSpPr>
        <p:sp>
          <p:nvSpPr>
            <p:cNvPr id="8702" name="Google Shape;8702;p5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3"/>
          <p:cNvGrpSpPr/>
          <p:nvPr/>
        </p:nvGrpSpPr>
        <p:grpSpPr>
          <a:xfrm>
            <a:off x="3982553" y="1790730"/>
            <a:ext cx="304566" cy="350501"/>
            <a:chOff x="3982553" y="1971730"/>
            <a:chExt cx="304566" cy="350501"/>
          </a:xfrm>
        </p:grpSpPr>
        <p:sp>
          <p:nvSpPr>
            <p:cNvPr id="8707" name="Google Shape;8707;p5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53"/>
          <p:cNvGrpSpPr/>
          <p:nvPr/>
        </p:nvGrpSpPr>
        <p:grpSpPr>
          <a:xfrm>
            <a:off x="2567841" y="1813124"/>
            <a:ext cx="399812" cy="306477"/>
            <a:chOff x="2567841" y="1994124"/>
            <a:chExt cx="399812" cy="306477"/>
          </a:xfrm>
        </p:grpSpPr>
        <p:sp>
          <p:nvSpPr>
            <p:cNvPr id="8710" name="Google Shape;8710;p5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53"/>
          <p:cNvGrpSpPr/>
          <p:nvPr/>
        </p:nvGrpSpPr>
        <p:grpSpPr>
          <a:xfrm>
            <a:off x="2212084" y="1779358"/>
            <a:ext cx="324698" cy="372863"/>
            <a:chOff x="2212084" y="1960358"/>
            <a:chExt cx="324698" cy="372863"/>
          </a:xfrm>
        </p:grpSpPr>
        <p:sp>
          <p:nvSpPr>
            <p:cNvPr id="8714" name="Google Shape;8714;p5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53"/>
          <p:cNvGrpSpPr/>
          <p:nvPr/>
        </p:nvGrpSpPr>
        <p:grpSpPr>
          <a:xfrm>
            <a:off x="1805901" y="1779358"/>
            <a:ext cx="284847" cy="373627"/>
            <a:chOff x="1805901" y="1960358"/>
            <a:chExt cx="284847" cy="373627"/>
          </a:xfrm>
        </p:grpSpPr>
        <p:sp>
          <p:nvSpPr>
            <p:cNvPr id="8718" name="Google Shape;8718;p5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0" name="Google Shape;8720;p53"/>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3"/>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3"/>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3" name="Google Shape;8723;p53"/>
          <p:cNvGrpSpPr/>
          <p:nvPr/>
        </p:nvGrpSpPr>
        <p:grpSpPr>
          <a:xfrm>
            <a:off x="6656812" y="1848388"/>
            <a:ext cx="368690" cy="245793"/>
            <a:chOff x="6656812" y="2029388"/>
            <a:chExt cx="368690" cy="245793"/>
          </a:xfrm>
        </p:grpSpPr>
        <p:sp>
          <p:nvSpPr>
            <p:cNvPr id="8724" name="Google Shape;8724;p5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3"/>
          <p:cNvGrpSpPr/>
          <p:nvPr/>
        </p:nvGrpSpPr>
        <p:grpSpPr>
          <a:xfrm>
            <a:off x="4869651" y="1831218"/>
            <a:ext cx="376654" cy="281566"/>
            <a:chOff x="4869651" y="2012218"/>
            <a:chExt cx="376654" cy="281566"/>
          </a:xfrm>
        </p:grpSpPr>
        <p:sp>
          <p:nvSpPr>
            <p:cNvPr id="8735" name="Google Shape;8735;p5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53"/>
          <p:cNvGrpSpPr/>
          <p:nvPr/>
        </p:nvGrpSpPr>
        <p:grpSpPr>
          <a:xfrm>
            <a:off x="5306224" y="1831313"/>
            <a:ext cx="367925" cy="281694"/>
            <a:chOff x="5306224" y="2012313"/>
            <a:chExt cx="367925" cy="281694"/>
          </a:xfrm>
        </p:grpSpPr>
        <p:sp>
          <p:nvSpPr>
            <p:cNvPr id="8740" name="Google Shape;8740;p5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2" name="Google Shape;8742;p53"/>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3" name="Google Shape;8743;p53"/>
          <p:cNvGrpSpPr/>
          <p:nvPr/>
        </p:nvGrpSpPr>
        <p:grpSpPr>
          <a:xfrm>
            <a:off x="6195998" y="1802102"/>
            <a:ext cx="368308" cy="338746"/>
            <a:chOff x="6195998" y="1983102"/>
            <a:chExt cx="368308" cy="338746"/>
          </a:xfrm>
        </p:grpSpPr>
        <p:sp>
          <p:nvSpPr>
            <p:cNvPr id="8744" name="Google Shape;8744;p5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53"/>
          <p:cNvGrpSpPr/>
          <p:nvPr/>
        </p:nvGrpSpPr>
        <p:grpSpPr>
          <a:xfrm>
            <a:off x="7542031" y="1830835"/>
            <a:ext cx="369072" cy="280037"/>
            <a:chOff x="7542031" y="2011835"/>
            <a:chExt cx="369072" cy="280037"/>
          </a:xfrm>
        </p:grpSpPr>
        <p:sp>
          <p:nvSpPr>
            <p:cNvPr id="8748" name="Google Shape;8748;p5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53"/>
          <p:cNvGrpSpPr/>
          <p:nvPr/>
        </p:nvGrpSpPr>
        <p:grpSpPr>
          <a:xfrm>
            <a:off x="8010427" y="3167503"/>
            <a:ext cx="278795" cy="351615"/>
            <a:chOff x="8010427" y="3348503"/>
            <a:chExt cx="278795" cy="351615"/>
          </a:xfrm>
        </p:grpSpPr>
        <p:sp>
          <p:nvSpPr>
            <p:cNvPr id="8758" name="Google Shape;8758;p5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2" name="Google Shape;8762;p53"/>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3" name="Google Shape;8763;p53"/>
          <p:cNvGrpSpPr/>
          <p:nvPr/>
        </p:nvGrpSpPr>
        <p:grpSpPr>
          <a:xfrm>
            <a:off x="7141900" y="3168204"/>
            <a:ext cx="281057" cy="351010"/>
            <a:chOff x="7141900" y="3349204"/>
            <a:chExt cx="281057" cy="351010"/>
          </a:xfrm>
        </p:grpSpPr>
        <p:sp>
          <p:nvSpPr>
            <p:cNvPr id="8764" name="Google Shape;8764;p5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53"/>
          <p:cNvGrpSpPr/>
          <p:nvPr/>
        </p:nvGrpSpPr>
        <p:grpSpPr>
          <a:xfrm>
            <a:off x="5314188" y="3169032"/>
            <a:ext cx="363752" cy="353113"/>
            <a:chOff x="5314188" y="3350032"/>
            <a:chExt cx="363752" cy="353113"/>
          </a:xfrm>
        </p:grpSpPr>
        <p:sp>
          <p:nvSpPr>
            <p:cNvPr id="8768" name="Google Shape;8768;p5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53"/>
          <p:cNvGrpSpPr/>
          <p:nvPr/>
        </p:nvGrpSpPr>
        <p:grpSpPr>
          <a:xfrm>
            <a:off x="5829984" y="3169032"/>
            <a:ext cx="220755" cy="352348"/>
            <a:chOff x="5829984" y="3350032"/>
            <a:chExt cx="220755" cy="352348"/>
          </a:xfrm>
        </p:grpSpPr>
        <p:sp>
          <p:nvSpPr>
            <p:cNvPr id="8771" name="Google Shape;8771;p5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53"/>
          <p:cNvGrpSpPr/>
          <p:nvPr/>
        </p:nvGrpSpPr>
        <p:grpSpPr>
          <a:xfrm>
            <a:off x="4882170" y="3168841"/>
            <a:ext cx="358464" cy="352316"/>
            <a:chOff x="4882170" y="3349841"/>
            <a:chExt cx="358464" cy="352316"/>
          </a:xfrm>
        </p:grpSpPr>
        <p:sp>
          <p:nvSpPr>
            <p:cNvPr id="8776" name="Google Shape;8776;p5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8" name="Google Shape;8778;p53"/>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3"/>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0" name="Google Shape;8780;p53"/>
          <p:cNvGrpSpPr/>
          <p:nvPr/>
        </p:nvGrpSpPr>
        <p:grpSpPr>
          <a:xfrm>
            <a:off x="3044965" y="2254220"/>
            <a:ext cx="400194" cy="324316"/>
            <a:chOff x="3044965" y="2435220"/>
            <a:chExt cx="400194" cy="324316"/>
          </a:xfrm>
        </p:grpSpPr>
        <p:sp>
          <p:nvSpPr>
            <p:cNvPr id="8781" name="Google Shape;8781;p5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53"/>
          <p:cNvGrpSpPr/>
          <p:nvPr/>
        </p:nvGrpSpPr>
        <p:grpSpPr>
          <a:xfrm>
            <a:off x="6203579" y="3167981"/>
            <a:ext cx="351615" cy="350373"/>
            <a:chOff x="6203579" y="3348981"/>
            <a:chExt cx="351615" cy="350373"/>
          </a:xfrm>
        </p:grpSpPr>
        <p:sp>
          <p:nvSpPr>
            <p:cNvPr id="8785" name="Google Shape;8785;p5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53"/>
          <p:cNvGrpSpPr/>
          <p:nvPr/>
        </p:nvGrpSpPr>
        <p:grpSpPr>
          <a:xfrm>
            <a:off x="4878379" y="2292892"/>
            <a:ext cx="367161" cy="287523"/>
            <a:chOff x="4878379" y="2473892"/>
            <a:chExt cx="367161" cy="287523"/>
          </a:xfrm>
        </p:grpSpPr>
        <p:sp>
          <p:nvSpPr>
            <p:cNvPr id="8791" name="Google Shape;8791;p5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3"/>
          <p:cNvGrpSpPr/>
          <p:nvPr/>
        </p:nvGrpSpPr>
        <p:grpSpPr>
          <a:xfrm>
            <a:off x="1325719" y="2706689"/>
            <a:ext cx="290581" cy="372481"/>
            <a:chOff x="1325719" y="2887689"/>
            <a:chExt cx="290581" cy="372481"/>
          </a:xfrm>
        </p:grpSpPr>
        <p:sp>
          <p:nvSpPr>
            <p:cNvPr id="8797" name="Google Shape;8797;p5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9" name="Google Shape;8799;p53"/>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0" name="Google Shape;8800;p53"/>
          <p:cNvGrpSpPr/>
          <p:nvPr/>
        </p:nvGrpSpPr>
        <p:grpSpPr>
          <a:xfrm>
            <a:off x="3510335" y="2711499"/>
            <a:ext cx="360726" cy="361204"/>
            <a:chOff x="3510335" y="2892499"/>
            <a:chExt cx="360726" cy="361204"/>
          </a:xfrm>
        </p:grpSpPr>
        <p:sp>
          <p:nvSpPr>
            <p:cNvPr id="8801" name="Google Shape;8801;p5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53"/>
          <p:cNvGrpSpPr/>
          <p:nvPr/>
        </p:nvGrpSpPr>
        <p:grpSpPr>
          <a:xfrm>
            <a:off x="3086313" y="2696049"/>
            <a:ext cx="320143" cy="392581"/>
            <a:chOff x="3086313" y="2877049"/>
            <a:chExt cx="320143" cy="392581"/>
          </a:xfrm>
        </p:grpSpPr>
        <p:sp>
          <p:nvSpPr>
            <p:cNvPr id="8807" name="Google Shape;8807;p5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9" name="Google Shape;8819;p53"/>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0" name="Google Shape;8820;p53"/>
          <p:cNvGrpSpPr/>
          <p:nvPr/>
        </p:nvGrpSpPr>
        <p:grpSpPr>
          <a:xfrm>
            <a:off x="861113" y="2704746"/>
            <a:ext cx="333809" cy="373277"/>
            <a:chOff x="861113" y="2885746"/>
            <a:chExt cx="333809" cy="373277"/>
          </a:xfrm>
        </p:grpSpPr>
        <p:sp>
          <p:nvSpPr>
            <p:cNvPr id="8821" name="Google Shape;8821;p5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4" name="Google Shape;8824;p53"/>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3"/>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6" name="Google Shape;8826;p53"/>
          <p:cNvGrpSpPr/>
          <p:nvPr/>
        </p:nvGrpSpPr>
        <p:grpSpPr>
          <a:xfrm>
            <a:off x="1297654" y="1323481"/>
            <a:ext cx="349354" cy="362223"/>
            <a:chOff x="1297654" y="1504481"/>
            <a:chExt cx="349354" cy="362223"/>
          </a:xfrm>
        </p:grpSpPr>
        <p:sp>
          <p:nvSpPr>
            <p:cNvPr id="8827" name="Google Shape;8827;p5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0" name="Google Shape;8830;p53"/>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1" name="Google Shape;8831;p53"/>
          <p:cNvGrpSpPr/>
          <p:nvPr/>
        </p:nvGrpSpPr>
        <p:grpSpPr>
          <a:xfrm>
            <a:off x="852385" y="1329916"/>
            <a:ext cx="353145" cy="351998"/>
            <a:chOff x="852385" y="1510916"/>
            <a:chExt cx="353145" cy="351998"/>
          </a:xfrm>
        </p:grpSpPr>
        <p:sp>
          <p:nvSpPr>
            <p:cNvPr id="8832" name="Google Shape;8832;p5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53"/>
          <p:cNvGrpSpPr/>
          <p:nvPr/>
        </p:nvGrpSpPr>
        <p:grpSpPr>
          <a:xfrm>
            <a:off x="1745217" y="1334471"/>
            <a:ext cx="343269" cy="342505"/>
            <a:chOff x="1745217" y="1515471"/>
            <a:chExt cx="343269" cy="342505"/>
          </a:xfrm>
        </p:grpSpPr>
        <p:sp>
          <p:nvSpPr>
            <p:cNvPr id="8836" name="Google Shape;8836;p5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0" name="Google Shape;8840;p53"/>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53"/>
          <p:cNvGrpSpPr/>
          <p:nvPr/>
        </p:nvGrpSpPr>
        <p:grpSpPr>
          <a:xfrm>
            <a:off x="3042703" y="1348137"/>
            <a:ext cx="411535" cy="315587"/>
            <a:chOff x="3042703" y="1529137"/>
            <a:chExt cx="411535" cy="315587"/>
          </a:xfrm>
        </p:grpSpPr>
        <p:sp>
          <p:nvSpPr>
            <p:cNvPr id="8842" name="Google Shape;8842;p5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53"/>
          <p:cNvGrpSpPr/>
          <p:nvPr/>
        </p:nvGrpSpPr>
        <p:grpSpPr>
          <a:xfrm>
            <a:off x="2629289" y="1363682"/>
            <a:ext cx="350501" cy="284497"/>
            <a:chOff x="2629289" y="1544682"/>
            <a:chExt cx="350501" cy="284497"/>
          </a:xfrm>
        </p:grpSpPr>
        <p:sp>
          <p:nvSpPr>
            <p:cNvPr id="8853" name="Google Shape;8853;p5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53"/>
          <p:cNvGrpSpPr/>
          <p:nvPr/>
        </p:nvGrpSpPr>
        <p:grpSpPr>
          <a:xfrm>
            <a:off x="5305077" y="1321633"/>
            <a:ext cx="367893" cy="365218"/>
            <a:chOff x="5305077" y="1502633"/>
            <a:chExt cx="367893" cy="365218"/>
          </a:xfrm>
        </p:grpSpPr>
        <p:sp>
          <p:nvSpPr>
            <p:cNvPr id="8859" name="Google Shape;8859;p5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53"/>
          <p:cNvGrpSpPr/>
          <p:nvPr/>
        </p:nvGrpSpPr>
        <p:grpSpPr>
          <a:xfrm>
            <a:off x="7100170" y="1319117"/>
            <a:ext cx="368308" cy="367033"/>
            <a:chOff x="7100170" y="1500117"/>
            <a:chExt cx="368308" cy="367033"/>
          </a:xfrm>
        </p:grpSpPr>
        <p:sp>
          <p:nvSpPr>
            <p:cNvPr id="8862" name="Google Shape;8862;p5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5" name="Google Shape;8875;p53"/>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6" name="Google Shape;8876;p53"/>
          <p:cNvGrpSpPr/>
          <p:nvPr/>
        </p:nvGrpSpPr>
        <p:grpSpPr>
          <a:xfrm>
            <a:off x="6649231" y="1319021"/>
            <a:ext cx="390287" cy="367065"/>
            <a:chOff x="6649231" y="1500021"/>
            <a:chExt cx="390287" cy="367065"/>
          </a:xfrm>
        </p:grpSpPr>
        <p:sp>
          <p:nvSpPr>
            <p:cNvPr id="8877" name="Google Shape;8877;p5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53"/>
          <p:cNvGrpSpPr/>
          <p:nvPr/>
        </p:nvGrpSpPr>
        <p:grpSpPr>
          <a:xfrm>
            <a:off x="5746938" y="1362503"/>
            <a:ext cx="387261" cy="280356"/>
            <a:chOff x="5746938" y="1543503"/>
            <a:chExt cx="387261" cy="280356"/>
          </a:xfrm>
        </p:grpSpPr>
        <p:sp>
          <p:nvSpPr>
            <p:cNvPr id="8890" name="Google Shape;8890;p5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3"/>
          <p:cNvGrpSpPr/>
          <p:nvPr/>
        </p:nvGrpSpPr>
        <p:grpSpPr>
          <a:xfrm>
            <a:off x="6196730" y="1344346"/>
            <a:ext cx="369072" cy="317467"/>
            <a:chOff x="6196730" y="1525346"/>
            <a:chExt cx="369072" cy="317467"/>
          </a:xfrm>
        </p:grpSpPr>
        <p:sp>
          <p:nvSpPr>
            <p:cNvPr id="8893" name="Google Shape;8893;p5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53"/>
          <p:cNvGrpSpPr/>
          <p:nvPr/>
        </p:nvGrpSpPr>
        <p:grpSpPr>
          <a:xfrm>
            <a:off x="4940592" y="1319690"/>
            <a:ext cx="246558" cy="367161"/>
            <a:chOff x="4940592" y="1500690"/>
            <a:chExt cx="246558" cy="367161"/>
          </a:xfrm>
        </p:grpSpPr>
        <p:sp>
          <p:nvSpPr>
            <p:cNvPr id="8897" name="Google Shape;8897;p5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53"/>
          <p:cNvGrpSpPr/>
          <p:nvPr/>
        </p:nvGrpSpPr>
        <p:grpSpPr>
          <a:xfrm>
            <a:off x="7964906" y="1318894"/>
            <a:ext cx="380858" cy="367575"/>
            <a:chOff x="7964906" y="1499894"/>
            <a:chExt cx="380858" cy="367575"/>
          </a:xfrm>
        </p:grpSpPr>
        <p:sp>
          <p:nvSpPr>
            <p:cNvPr id="8902" name="Google Shape;8902;p5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5" name="Google Shape;8905;p53"/>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6" name="Google Shape;8906;p53"/>
          <p:cNvGrpSpPr/>
          <p:nvPr/>
        </p:nvGrpSpPr>
        <p:grpSpPr>
          <a:xfrm>
            <a:off x="8007400" y="2721278"/>
            <a:ext cx="285230" cy="355597"/>
            <a:chOff x="8007400" y="2902278"/>
            <a:chExt cx="285230" cy="355597"/>
          </a:xfrm>
        </p:grpSpPr>
        <p:sp>
          <p:nvSpPr>
            <p:cNvPr id="8907" name="Google Shape;8907;p5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53"/>
          <p:cNvGrpSpPr/>
          <p:nvPr/>
        </p:nvGrpSpPr>
        <p:grpSpPr>
          <a:xfrm>
            <a:off x="6219124" y="2721788"/>
            <a:ext cx="318231" cy="355470"/>
            <a:chOff x="6219124" y="2902788"/>
            <a:chExt cx="318231" cy="355470"/>
          </a:xfrm>
        </p:grpSpPr>
        <p:sp>
          <p:nvSpPr>
            <p:cNvPr id="8910" name="Google Shape;8910;p5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53"/>
          <p:cNvGrpSpPr/>
          <p:nvPr/>
        </p:nvGrpSpPr>
        <p:grpSpPr>
          <a:xfrm>
            <a:off x="4969421" y="2721852"/>
            <a:ext cx="185109" cy="355406"/>
            <a:chOff x="4969421" y="2902852"/>
            <a:chExt cx="185109" cy="355406"/>
          </a:xfrm>
        </p:grpSpPr>
        <p:sp>
          <p:nvSpPr>
            <p:cNvPr id="8914" name="Google Shape;8914;p5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0" name="Google Shape;8920;p53"/>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3"/>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2" name="Google Shape;8922;p53"/>
          <p:cNvGrpSpPr/>
          <p:nvPr/>
        </p:nvGrpSpPr>
        <p:grpSpPr>
          <a:xfrm>
            <a:off x="6685259" y="2721852"/>
            <a:ext cx="311414" cy="355406"/>
            <a:chOff x="6685259" y="2902852"/>
            <a:chExt cx="311414" cy="355406"/>
          </a:xfrm>
        </p:grpSpPr>
        <p:sp>
          <p:nvSpPr>
            <p:cNvPr id="8923" name="Google Shape;8923;p5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53"/>
          <p:cNvGrpSpPr/>
          <p:nvPr/>
        </p:nvGrpSpPr>
        <p:grpSpPr>
          <a:xfrm>
            <a:off x="5309250" y="2722170"/>
            <a:ext cx="359579" cy="355852"/>
            <a:chOff x="5309250" y="2903170"/>
            <a:chExt cx="359579" cy="355852"/>
          </a:xfrm>
        </p:grpSpPr>
        <p:sp>
          <p:nvSpPr>
            <p:cNvPr id="8927" name="Google Shape;8927;p5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53"/>
          <p:cNvGrpSpPr/>
          <p:nvPr/>
        </p:nvGrpSpPr>
        <p:grpSpPr>
          <a:xfrm>
            <a:off x="2199565" y="2240172"/>
            <a:ext cx="312179" cy="353431"/>
            <a:chOff x="2199565" y="2421172"/>
            <a:chExt cx="312179" cy="353431"/>
          </a:xfrm>
        </p:grpSpPr>
        <p:sp>
          <p:nvSpPr>
            <p:cNvPr id="8931" name="Google Shape;8931;p5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53"/>
          <p:cNvGrpSpPr/>
          <p:nvPr/>
        </p:nvGrpSpPr>
        <p:grpSpPr>
          <a:xfrm>
            <a:off x="1750887" y="2244727"/>
            <a:ext cx="320143" cy="343269"/>
            <a:chOff x="1750887" y="2425727"/>
            <a:chExt cx="320143" cy="343269"/>
          </a:xfrm>
        </p:grpSpPr>
        <p:sp>
          <p:nvSpPr>
            <p:cNvPr id="8934" name="Google Shape;8934;p5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53"/>
          <p:cNvGrpSpPr/>
          <p:nvPr/>
        </p:nvGrpSpPr>
        <p:grpSpPr>
          <a:xfrm>
            <a:off x="1298037" y="2244727"/>
            <a:ext cx="338364" cy="342887"/>
            <a:chOff x="1298037" y="2425727"/>
            <a:chExt cx="338364" cy="342887"/>
          </a:xfrm>
        </p:grpSpPr>
        <p:sp>
          <p:nvSpPr>
            <p:cNvPr id="8937" name="Google Shape;8937;p5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1" name="Google Shape;8941;p53"/>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2" name="Google Shape;8942;p53"/>
          <p:cNvGrpSpPr/>
          <p:nvPr/>
        </p:nvGrpSpPr>
        <p:grpSpPr>
          <a:xfrm>
            <a:off x="3974207" y="2248009"/>
            <a:ext cx="320143" cy="338491"/>
            <a:chOff x="3974207" y="2429009"/>
            <a:chExt cx="320143" cy="338491"/>
          </a:xfrm>
        </p:grpSpPr>
        <p:sp>
          <p:nvSpPr>
            <p:cNvPr id="8943" name="Google Shape;8943;p5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53"/>
          <p:cNvGrpSpPr/>
          <p:nvPr/>
        </p:nvGrpSpPr>
        <p:grpSpPr>
          <a:xfrm>
            <a:off x="2623237" y="2250047"/>
            <a:ext cx="355024" cy="332630"/>
            <a:chOff x="2623237" y="2431047"/>
            <a:chExt cx="355024" cy="332630"/>
          </a:xfrm>
        </p:grpSpPr>
        <p:sp>
          <p:nvSpPr>
            <p:cNvPr id="8946" name="Google Shape;8946;p5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53"/>
          <p:cNvGrpSpPr/>
          <p:nvPr/>
        </p:nvGrpSpPr>
        <p:grpSpPr>
          <a:xfrm>
            <a:off x="6657194" y="2253073"/>
            <a:ext cx="375507" cy="367925"/>
            <a:chOff x="6657194" y="2434073"/>
            <a:chExt cx="375507" cy="367925"/>
          </a:xfrm>
        </p:grpSpPr>
        <p:sp>
          <p:nvSpPr>
            <p:cNvPr id="8951" name="Google Shape;8951;p5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53"/>
          <p:cNvGrpSpPr/>
          <p:nvPr/>
        </p:nvGrpSpPr>
        <p:grpSpPr>
          <a:xfrm>
            <a:off x="7101317" y="2260655"/>
            <a:ext cx="367925" cy="352380"/>
            <a:chOff x="7101317" y="2441655"/>
            <a:chExt cx="367925" cy="352380"/>
          </a:xfrm>
        </p:grpSpPr>
        <p:sp>
          <p:nvSpPr>
            <p:cNvPr id="8955" name="Google Shape;8955;p5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53"/>
          <p:cNvGrpSpPr/>
          <p:nvPr/>
        </p:nvGrpSpPr>
        <p:grpSpPr>
          <a:xfrm>
            <a:off x="5756399" y="2253456"/>
            <a:ext cx="367925" cy="367161"/>
            <a:chOff x="5756399" y="2434456"/>
            <a:chExt cx="367925" cy="367161"/>
          </a:xfrm>
        </p:grpSpPr>
        <p:sp>
          <p:nvSpPr>
            <p:cNvPr id="8958" name="Google Shape;8958;p5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5" name="Google Shape;8965;p53"/>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3"/>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7" name="Google Shape;8967;p53"/>
          <p:cNvGrpSpPr/>
          <p:nvPr/>
        </p:nvGrpSpPr>
        <p:grpSpPr>
          <a:xfrm>
            <a:off x="7964906" y="2253073"/>
            <a:ext cx="373627" cy="367925"/>
            <a:chOff x="7964906" y="2434073"/>
            <a:chExt cx="373627" cy="367925"/>
          </a:xfrm>
        </p:grpSpPr>
        <p:sp>
          <p:nvSpPr>
            <p:cNvPr id="8968" name="Google Shape;8968;p5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53"/>
          <p:cNvGrpSpPr/>
          <p:nvPr/>
        </p:nvGrpSpPr>
        <p:grpSpPr>
          <a:xfrm>
            <a:off x="6194086" y="2256737"/>
            <a:ext cx="369837" cy="360471"/>
            <a:chOff x="6194086" y="2437737"/>
            <a:chExt cx="369837" cy="360471"/>
          </a:xfrm>
        </p:grpSpPr>
        <p:sp>
          <p:nvSpPr>
            <p:cNvPr id="8971" name="Google Shape;8971;p5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3" name="Google Shape;8973;p53"/>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8974" name="Google Shape;8974;p53"/>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78" name="Shape 8978"/>
        <p:cNvGrpSpPr/>
        <p:nvPr/>
      </p:nvGrpSpPr>
      <p:grpSpPr>
        <a:xfrm>
          <a:off x="0" y="0"/>
          <a:ext cx="0" cy="0"/>
          <a:chOff x="0" y="0"/>
          <a:chExt cx="0" cy="0"/>
        </a:xfrm>
      </p:grpSpPr>
      <p:grpSp>
        <p:nvGrpSpPr>
          <p:cNvPr id="8979" name="Google Shape;8979;p54"/>
          <p:cNvGrpSpPr/>
          <p:nvPr/>
        </p:nvGrpSpPr>
        <p:grpSpPr>
          <a:xfrm>
            <a:off x="3122257" y="1334344"/>
            <a:ext cx="294850" cy="349434"/>
            <a:chOff x="3122257" y="1508594"/>
            <a:chExt cx="294850" cy="349434"/>
          </a:xfrm>
        </p:grpSpPr>
        <p:sp>
          <p:nvSpPr>
            <p:cNvPr id="8980" name="Google Shape;8980;p5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54"/>
          <p:cNvGrpSpPr/>
          <p:nvPr/>
        </p:nvGrpSpPr>
        <p:grpSpPr>
          <a:xfrm>
            <a:off x="910723" y="1333962"/>
            <a:ext cx="251660" cy="350166"/>
            <a:chOff x="910723" y="1508212"/>
            <a:chExt cx="251660" cy="350166"/>
          </a:xfrm>
        </p:grpSpPr>
        <p:sp>
          <p:nvSpPr>
            <p:cNvPr id="8986" name="Google Shape;8986;p5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54"/>
          <p:cNvGrpSpPr/>
          <p:nvPr/>
        </p:nvGrpSpPr>
        <p:grpSpPr>
          <a:xfrm>
            <a:off x="1308631" y="1333580"/>
            <a:ext cx="350166" cy="350198"/>
            <a:chOff x="1308631" y="1507830"/>
            <a:chExt cx="350166" cy="350198"/>
          </a:xfrm>
        </p:grpSpPr>
        <p:sp>
          <p:nvSpPr>
            <p:cNvPr id="9004" name="Google Shape;9004;p5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54"/>
          <p:cNvGrpSpPr/>
          <p:nvPr/>
        </p:nvGrpSpPr>
        <p:grpSpPr>
          <a:xfrm>
            <a:off x="1756921" y="1335489"/>
            <a:ext cx="345997" cy="345997"/>
            <a:chOff x="1756921" y="1509739"/>
            <a:chExt cx="345997" cy="345997"/>
          </a:xfrm>
        </p:grpSpPr>
        <p:sp>
          <p:nvSpPr>
            <p:cNvPr id="9009" name="Google Shape;9009;p5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54"/>
          <p:cNvGrpSpPr/>
          <p:nvPr/>
        </p:nvGrpSpPr>
        <p:grpSpPr>
          <a:xfrm>
            <a:off x="2216956" y="1336253"/>
            <a:ext cx="318721" cy="345615"/>
            <a:chOff x="2216956" y="1510503"/>
            <a:chExt cx="318721" cy="345615"/>
          </a:xfrm>
        </p:grpSpPr>
        <p:sp>
          <p:nvSpPr>
            <p:cNvPr id="9027" name="Google Shape;9027;p5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54"/>
          <p:cNvGrpSpPr/>
          <p:nvPr/>
        </p:nvGrpSpPr>
        <p:grpSpPr>
          <a:xfrm>
            <a:off x="3988156" y="1394211"/>
            <a:ext cx="349052" cy="230049"/>
            <a:chOff x="3988156" y="1568461"/>
            <a:chExt cx="349052" cy="230049"/>
          </a:xfrm>
        </p:grpSpPr>
        <p:sp>
          <p:nvSpPr>
            <p:cNvPr id="9033" name="Google Shape;9033;p5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54"/>
          <p:cNvGrpSpPr/>
          <p:nvPr/>
        </p:nvGrpSpPr>
        <p:grpSpPr>
          <a:xfrm>
            <a:off x="2633037" y="1325623"/>
            <a:ext cx="379002" cy="366112"/>
            <a:chOff x="2633037" y="1499873"/>
            <a:chExt cx="379002" cy="366112"/>
          </a:xfrm>
        </p:grpSpPr>
        <p:sp>
          <p:nvSpPr>
            <p:cNvPr id="9041" name="Google Shape;9041;p5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4"/>
          <p:cNvGrpSpPr/>
          <p:nvPr/>
        </p:nvGrpSpPr>
        <p:grpSpPr>
          <a:xfrm>
            <a:off x="6675256" y="1341919"/>
            <a:ext cx="327823" cy="357009"/>
            <a:chOff x="6675256" y="1516169"/>
            <a:chExt cx="327823" cy="357009"/>
          </a:xfrm>
        </p:grpSpPr>
        <p:sp>
          <p:nvSpPr>
            <p:cNvPr id="9048" name="Google Shape;9048;p5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54"/>
          <p:cNvGrpSpPr/>
          <p:nvPr/>
        </p:nvGrpSpPr>
        <p:grpSpPr>
          <a:xfrm>
            <a:off x="8020159" y="1342301"/>
            <a:ext cx="300897" cy="356627"/>
            <a:chOff x="8020159" y="1516551"/>
            <a:chExt cx="300897" cy="356627"/>
          </a:xfrm>
        </p:grpSpPr>
        <p:sp>
          <p:nvSpPr>
            <p:cNvPr id="9058" name="Google Shape;9058;p5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54"/>
          <p:cNvGrpSpPr/>
          <p:nvPr/>
        </p:nvGrpSpPr>
        <p:grpSpPr>
          <a:xfrm>
            <a:off x="5377363" y="1341919"/>
            <a:ext cx="257357" cy="356627"/>
            <a:chOff x="5377363" y="1516169"/>
            <a:chExt cx="257357" cy="356627"/>
          </a:xfrm>
        </p:grpSpPr>
        <p:sp>
          <p:nvSpPr>
            <p:cNvPr id="9064" name="Google Shape;9064;p5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54"/>
          <p:cNvGrpSpPr/>
          <p:nvPr/>
        </p:nvGrpSpPr>
        <p:grpSpPr>
          <a:xfrm>
            <a:off x="4880567" y="1361620"/>
            <a:ext cx="356245" cy="317607"/>
            <a:chOff x="4880567" y="1535870"/>
            <a:chExt cx="356245" cy="317607"/>
          </a:xfrm>
        </p:grpSpPr>
        <p:sp>
          <p:nvSpPr>
            <p:cNvPr id="9082" name="Google Shape;9082;p5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54"/>
          <p:cNvGrpSpPr/>
          <p:nvPr/>
        </p:nvGrpSpPr>
        <p:grpSpPr>
          <a:xfrm>
            <a:off x="5771483" y="1341537"/>
            <a:ext cx="357359" cy="357391"/>
            <a:chOff x="5771483" y="1515787"/>
            <a:chExt cx="357359" cy="357391"/>
          </a:xfrm>
        </p:grpSpPr>
        <p:sp>
          <p:nvSpPr>
            <p:cNvPr id="9088" name="Google Shape;9088;p5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54"/>
          <p:cNvGrpSpPr/>
          <p:nvPr/>
        </p:nvGrpSpPr>
        <p:grpSpPr>
          <a:xfrm>
            <a:off x="7121669" y="1359360"/>
            <a:ext cx="321362" cy="321362"/>
            <a:chOff x="7121669" y="1533610"/>
            <a:chExt cx="321362" cy="321362"/>
          </a:xfrm>
        </p:grpSpPr>
        <p:sp>
          <p:nvSpPr>
            <p:cNvPr id="9093" name="Google Shape;9093;p5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54"/>
          <p:cNvGrpSpPr/>
          <p:nvPr/>
        </p:nvGrpSpPr>
        <p:grpSpPr>
          <a:xfrm>
            <a:off x="7562766" y="1340614"/>
            <a:ext cx="327059" cy="360192"/>
            <a:chOff x="7562766" y="1514864"/>
            <a:chExt cx="327059" cy="360192"/>
          </a:xfrm>
        </p:grpSpPr>
        <p:sp>
          <p:nvSpPr>
            <p:cNvPr id="9098" name="Google Shape;9098;p5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4"/>
          <p:cNvGrpSpPr/>
          <p:nvPr/>
        </p:nvGrpSpPr>
        <p:grpSpPr>
          <a:xfrm>
            <a:off x="6221229" y="1324423"/>
            <a:ext cx="361636" cy="362183"/>
            <a:chOff x="6259175" y="1559008"/>
            <a:chExt cx="271743" cy="272093"/>
          </a:xfrm>
        </p:grpSpPr>
        <p:sp>
          <p:nvSpPr>
            <p:cNvPr id="9103" name="Google Shape;9103;p5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54"/>
          <p:cNvGrpSpPr/>
          <p:nvPr/>
        </p:nvGrpSpPr>
        <p:grpSpPr>
          <a:xfrm>
            <a:off x="6671087" y="1835054"/>
            <a:ext cx="332757" cy="281833"/>
            <a:chOff x="6671087" y="2009304"/>
            <a:chExt cx="332757" cy="281833"/>
          </a:xfrm>
        </p:grpSpPr>
        <p:sp>
          <p:nvSpPr>
            <p:cNvPr id="9121" name="Google Shape;9121;p5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3" name="Google Shape;9123;p54"/>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4" name="Google Shape;9124;p54"/>
          <p:cNvGrpSpPr/>
          <p:nvPr/>
        </p:nvGrpSpPr>
        <p:grpSpPr>
          <a:xfrm>
            <a:off x="2201806" y="1802335"/>
            <a:ext cx="349784" cy="349434"/>
            <a:chOff x="2201806" y="1976585"/>
            <a:chExt cx="349784" cy="349434"/>
          </a:xfrm>
        </p:grpSpPr>
        <p:sp>
          <p:nvSpPr>
            <p:cNvPr id="9125" name="Google Shape;9125;p5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54"/>
          <p:cNvGrpSpPr/>
          <p:nvPr/>
        </p:nvGrpSpPr>
        <p:grpSpPr>
          <a:xfrm>
            <a:off x="3094217" y="1802335"/>
            <a:ext cx="350198" cy="350548"/>
            <a:chOff x="3094217" y="1976585"/>
            <a:chExt cx="350198" cy="350548"/>
          </a:xfrm>
        </p:grpSpPr>
        <p:sp>
          <p:nvSpPr>
            <p:cNvPr id="9130" name="Google Shape;9130;p5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3" name="Google Shape;9143;p54"/>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4" name="Google Shape;9144;p54"/>
          <p:cNvGrpSpPr/>
          <p:nvPr/>
        </p:nvGrpSpPr>
        <p:grpSpPr>
          <a:xfrm>
            <a:off x="3979435" y="1802335"/>
            <a:ext cx="345265" cy="349848"/>
            <a:chOff x="3979435" y="1976585"/>
            <a:chExt cx="345265" cy="349848"/>
          </a:xfrm>
        </p:grpSpPr>
        <p:sp>
          <p:nvSpPr>
            <p:cNvPr id="9145" name="Google Shape;9145;p5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54"/>
          <p:cNvGrpSpPr/>
          <p:nvPr/>
        </p:nvGrpSpPr>
        <p:grpSpPr>
          <a:xfrm>
            <a:off x="3541011" y="1334344"/>
            <a:ext cx="350166" cy="349434"/>
            <a:chOff x="3541011" y="1508594"/>
            <a:chExt cx="350166" cy="349434"/>
          </a:xfrm>
        </p:grpSpPr>
        <p:sp>
          <p:nvSpPr>
            <p:cNvPr id="9163" name="Google Shape;9163;p5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54"/>
          <p:cNvGrpSpPr/>
          <p:nvPr/>
        </p:nvGrpSpPr>
        <p:grpSpPr>
          <a:xfrm>
            <a:off x="3576626" y="1801571"/>
            <a:ext cx="284251" cy="351694"/>
            <a:chOff x="3576626" y="1975821"/>
            <a:chExt cx="284251" cy="351694"/>
          </a:xfrm>
        </p:grpSpPr>
        <p:sp>
          <p:nvSpPr>
            <p:cNvPr id="9177" name="Google Shape;9177;p5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54"/>
          <p:cNvGrpSpPr/>
          <p:nvPr/>
        </p:nvGrpSpPr>
        <p:grpSpPr>
          <a:xfrm>
            <a:off x="2722090" y="2715912"/>
            <a:ext cx="238770" cy="371841"/>
            <a:chOff x="2722090" y="2890162"/>
            <a:chExt cx="238770" cy="371841"/>
          </a:xfrm>
        </p:grpSpPr>
        <p:sp>
          <p:nvSpPr>
            <p:cNvPr id="9181" name="Google Shape;9181;p5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4" name="Google Shape;9184;p54"/>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5" name="Google Shape;9185;p54"/>
          <p:cNvGrpSpPr/>
          <p:nvPr/>
        </p:nvGrpSpPr>
        <p:grpSpPr>
          <a:xfrm>
            <a:off x="6216367" y="1795906"/>
            <a:ext cx="361147" cy="361147"/>
            <a:chOff x="6216367" y="1970156"/>
            <a:chExt cx="361147" cy="361147"/>
          </a:xfrm>
        </p:grpSpPr>
        <p:sp>
          <p:nvSpPr>
            <p:cNvPr id="9186" name="Google Shape;9186;p5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54"/>
          <p:cNvGrpSpPr/>
          <p:nvPr/>
        </p:nvGrpSpPr>
        <p:grpSpPr>
          <a:xfrm>
            <a:off x="1289311" y="2751972"/>
            <a:ext cx="408156" cy="299783"/>
            <a:chOff x="1289311" y="2926222"/>
            <a:chExt cx="408156" cy="299783"/>
          </a:xfrm>
        </p:grpSpPr>
        <p:sp>
          <p:nvSpPr>
            <p:cNvPr id="9191" name="Google Shape;9191;p5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54"/>
          <p:cNvGrpSpPr/>
          <p:nvPr/>
        </p:nvGrpSpPr>
        <p:grpSpPr>
          <a:xfrm>
            <a:off x="7978465" y="1795142"/>
            <a:ext cx="361147" cy="360797"/>
            <a:chOff x="7978465" y="1969392"/>
            <a:chExt cx="361147" cy="360797"/>
          </a:xfrm>
        </p:grpSpPr>
        <p:sp>
          <p:nvSpPr>
            <p:cNvPr id="9194" name="Google Shape;9194;p5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3" name="Google Shape;9203;p54"/>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4" name="Google Shape;9204;p54"/>
          <p:cNvGrpSpPr/>
          <p:nvPr/>
        </p:nvGrpSpPr>
        <p:grpSpPr>
          <a:xfrm>
            <a:off x="854261" y="2734563"/>
            <a:ext cx="377474" cy="335748"/>
            <a:chOff x="854261" y="2908813"/>
            <a:chExt cx="377474" cy="335748"/>
          </a:xfrm>
        </p:grpSpPr>
        <p:sp>
          <p:nvSpPr>
            <p:cNvPr id="9205" name="Google Shape;9205;p5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54"/>
          <p:cNvGrpSpPr/>
          <p:nvPr/>
        </p:nvGrpSpPr>
        <p:grpSpPr>
          <a:xfrm>
            <a:off x="1749728" y="2720527"/>
            <a:ext cx="386927" cy="363438"/>
            <a:chOff x="1749728" y="2894777"/>
            <a:chExt cx="386927" cy="363438"/>
          </a:xfrm>
        </p:grpSpPr>
        <p:sp>
          <p:nvSpPr>
            <p:cNvPr id="9211" name="Google Shape;9211;p5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54"/>
          <p:cNvGrpSpPr/>
          <p:nvPr/>
        </p:nvGrpSpPr>
        <p:grpSpPr>
          <a:xfrm>
            <a:off x="7098912" y="1795142"/>
            <a:ext cx="359651" cy="361560"/>
            <a:chOff x="7098912" y="1969392"/>
            <a:chExt cx="359651" cy="361560"/>
          </a:xfrm>
        </p:grpSpPr>
        <p:sp>
          <p:nvSpPr>
            <p:cNvPr id="9219" name="Google Shape;9219;p5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2" name="Google Shape;9232;p54"/>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3" name="Google Shape;9233;p54"/>
          <p:cNvGrpSpPr/>
          <p:nvPr/>
        </p:nvGrpSpPr>
        <p:grpSpPr>
          <a:xfrm>
            <a:off x="5352728" y="1815989"/>
            <a:ext cx="327091" cy="322508"/>
            <a:chOff x="5352728" y="1990239"/>
            <a:chExt cx="327091" cy="322508"/>
          </a:xfrm>
        </p:grpSpPr>
        <p:sp>
          <p:nvSpPr>
            <p:cNvPr id="9234" name="Google Shape;9234;p5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54"/>
          <p:cNvGrpSpPr/>
          <p:nvPr/>
        </p:nvGrpSpPr>
        <p:grpSpPr>
          <a:xfrm>
            <a:off x="7538896" y="1795906"/>
            <a:ext cx="361147" cy="361529"/>
            <a:chOff x="7538896" y="1970156"/>
            <a:chExt cx="361147" cy="361529"/>
          </a:xfrm>
        </p:grpSpPr>
        <p:sp>
          <p:nvSpPr>
            <p:cNvPr id="9238" name="Google Shape;9238;p5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54"/>
          <p:cNvGrpSpPr/>
          <p:nvPr/>
        </p:nvGrpSpPr>
        <p:grpSpPr>
          <a:xfrm>
            <a:off x="4896099" y="1796670"/>
            <a:ext cx="358155" cy="358123"/>
            <a:chOff x="4896099" y="1970920"/>
            <a:chExt cx="358155" cy="358123"/>
          </a:xfrm>
        </p:grpSpPr>
        <p:sp>
          <p:nvSpPr>
            <p:cNvPr id="9245" name="Google Shape;9245;p5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54"/>
          <p:cNvGrpSpPr/>
          <p:nvPr/>
        </p:nvGrpSpPr>
        <p:grpSpPr>
          <a:xfrm>
            <a:off x="4048787" y="2802769"/>
            <a:ext cx="283488" cy="198604"/>
            <a:chOff x="4048787" y="2977019"/>
            <a:chExt cx="283488" cy="198604"/>
          </a:xfrm>
        </p:grpSpPr>
        <p:sp>
          <p:nvSpPr>
            <p:cNvPr id="9249" name="Google Shape;9249;p5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54"/>
          <p:cNvGrpSpPr/>
          <p:nvPr/>
        </p:nvGrpSpPr>
        <p:grpSpPr>
          <a:xfrm>
            <a:off x="4054103" y="2255941"/>
            <a:ext cx="218687" cy="349052"/>
            <a:chOff x="4054103" y="2430191"/>
            <a:chExt cx="218687" cy="349052"/>
          </a:xfrm>
        </p:grpSpPr>
        <p:sp>
          <p:nvSpPr>
            <p:cNvPr id="9256" name="Google Shape;9256;p5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54"/>
          <p:cNvGrpSpPr/>
          <p:nvPr/>
        </p:nvGrpSpPr>
        <p:grpSpPr>
          <a:xfrm>
            <a:off x="2185128" y="2253299"/>
            <a:ext cx="382758" cy="356595"/>
            <a:chOff x="2185128" y="2427549"/>
            <a:chExt cx="382758" cy="356595"/>
          </a:xfrm>
        </p:grpSpPr>
        <p:sp>
          <p:nvSpPr>
            <p:cNvPr id="9259" name="Google Shape;9259;p5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54"/>
          <p:cNvGrpSpPr/>
          <p:nvPr/>
        </p:nvGrpSpPr>
        <p:grpSpPr>
          <a:xfrm>
            <a:off x="2656907" y="2265043"/>
            <a:ext cx="332757" cy="332343"/>
            <a:chOff x="2656907" y="2439293"/>
            <a:chExt cx="332757" cy="332343"/>
          </a:xfrm>
        </p:grpSpPr>
        <p:sp>
          <p:nvSpPr>
            <p:cNvPr id="9264" name="Google Shape;9264;p5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54"/>
          <p:cNvGrpSpPr/>
          <p:nvPr/>
        </p:nvGrpSpPr>
        <p:grpSpPr>
          <a:xfrm>
            <a:off x="1731523" y="2248366"/>
            <a:ext cx="399435" cy="365698"/>
            <a:chOff x="1731523" y="2422616"/>
            <a:chExt cx="399435" cy="365698"/>
          </a:xfrm>
        </p:grpSpPr>
        <p:sp>
          <p:nvSpPr>
            <p:cNvPr id="9272" name="Google Shape;9272;p5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54"/>
          <p:cNvGrpSpPr/>
          <p:nvPr/>
        </p:nvGrpSpPr>
        <p:grpSpPr>
          <a:xfrm>
            <a:off x="3097241" y="2259314"/>
            <a:ext cx="344883" cy="343387"/>
            <a:chOff x="3097241" y="2433564"/>
            <a:chExt cx="344883" cy="343387"/>
          </a:xfrm>
        </p:grpSpPr>
        <p:sp>
          <p:nvSpPr>
            <p:cNvPr id="9276" name="Google Shape;9276;p5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54"/>
          <p:cNvGrpSpPr/>
          <p:nvPr/>
        </p:nvGrpSpPr>
        <p:grpSpPr>
          <a:xfrm>
            <a:off x="1278299" y="2265043"/>
            <a:ext cx="410829" cy="332343"/>
            <a:chOff x="1278299" y="2439293"/>
            <a:chExt cx="410829" cy="332343"/>
          </a:xfrm>
        </p:grpSpPr>
        <p:sp>
          <p:nvSpPr>
            <p:cNvPr id="9286" name="Google Shape;9286;p5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54"/>
          <p:cNvGrpSpPr/>
          <p:nvPr/>
        </p:nvGrpSpPr>
        <p:grpSpPr>
          <a:xfrm>
            <a:off x="2661459" y="1840751"/>
            <a:ext cx="322508" cy="273494"/>
            <a:chOff x="2661459" y="2015001"/>
            <a:chExt cx="322508" cy="273494"/>
          </a:xfrm>
        </p:grpSpPr>
        <p:sp>
          <p:nvSpPr>
            <p:cNvPr id="9295" name="Google Shape;9295;p5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54"/>
          <p:cNvGrpSpPr/>
          <p:nvPr/>
        </p:nvGrpSpPr>
        <p:grpSpPr>
          <a:xfrm>
            <a:off x="870939" y="2265043"/>
            <a:ext cx="331993" cy="331993"/>
            <a:chOff x="870939" y="2439293"/>
            <a:chExt cx="331993" cy="331993"/>
          </a:xfrm>
        </p:grpSpPr>
        <p:sp>
          <p:nvSpPr>
            <p:cNvPr id="9298" name="Google Shape;9298;p5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54"/>
          <p:cNvGrpSpPr/>
          <p:nvPr/>
        </p:nvGrpSpPr>
        <p:grpSpPr>
          <a:xfrm>
            <a:off x="6644957" y="2282103"/>
            <a:ext cx="371395" cy="278904"/>
            <a:chOff x="6644957" y="2456353"/>
            <a:chExt cx="371395" cy="278904"/>
          </a:xfrm>
        </p:grpSpPr>
        <p:sp>
          <p:nvSpPr>
            <p:cNvPr id="9315" name="Google Shape;9315;p5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54"/>
          <p:cNvGrpSpPr/>
          <p:nvPr/>
        </p:nvGrpSpPr>
        <p:grpSpPr>
          <a:xfrm>
            <a:off x="5388757" y="2240409"/>
            <a:ext cx="260349" cy="362292"/>
            <a:chOff x="5388757" y="2414659"/>
            <a:chExt cx="260349" cy="362292"/>
          </a:xfrm>
        </p:grpSpPr>
        <p:sp>
          <p:nvSpPr>
            <p:cNvPr id="9321" name="Google Shape;9321;p5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54"/>
          <p:cNvGrpSpPr/>
          <p:nvPr/>
        </p:nvGrpSpPr>
        <p:grpSpPr>
          <a:xfrm>
            <a:off x="3567142" y="2731507"/>
            <a:ext cx="348288" cy="340331"/>
            <a:chOff x="3567142" y="2905757"/>
            <a:chExt cx="348288" cy="340331"/>
          </a:xfrm>
        </p:grpSpPr>
        <p:sp>
          <p:nvSpPr>
            <p:cNvPr id="9342" name="Google Shape;9342;p5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54"/>
          <p:cNvGrpSpPr/>
          <p:nvPr/>
        </p:nvGrpSpPr>
        <p:grpSpPr>
          <a:xfrm>
            <a:off x="870939" y="1801571"/>
            <a:ext cx="332375" cy="350071"/>
            <a:chOff x="870939" y="1975821"/>
            <a:chExt cx="332375" cy="350071"/>
          </a:xfrm>
        </p:grpSpPr>
        <p:sp>
          <p:nvSpPr>
            <p:cNvPr id="9348" name="Google Shape;9348;p5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54"/>
          <p:cNvGrpSpPr/>
          <p:nvPr/>
        </p:nvGrpSpPr>
        <p:grpSpPr>
          <a:xfrm>
            <a:off x="7967103" y="2240791"/>
            <a:ext cx="355863" cy="361911"/>
            <a:chOff x="7967103" y="2415041"/>
            <a:chExt cx="355863" cy="361911"/>
          </a:xfrm>
        </p:grpSpPr>
        <p:sp>
          <p:nvSpPr>
            <p:cNvPr id="9353" name="Google Shape;9353;p5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54"/>
          <p:cNvGrpSpPr/>
          <p:nvPr/>
        </p:nvGrpSpPr>
        <p:grpSpPr>
          <a:xfrm>
            <a:off x="7529411" y="2240409"/>
            <a:ext cx="355863" cy="362292"/>
            <a:chOff x="7529411" y="2414659"/>
            <a:chExt cx="355863" cy="362292"/>
          </a:xfrm>
        </p:grpSpPr>
        <p:sp>
          <p:nvSpPr>
            <p:cNvPr id="9365" name="Google Shape;9365;p5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54"/>
          <p:cNvGrpSpPr/>
          <p:nvPr/>
        </p:nvGrpSpPr>
        <p:grpSpPr>
          <a:xfrm>
            <a:off x="5733194" y="2257468"/>
            <a:ext cx="446826" cy="327059"/>
            <a:chOff x="5733194" y="2431718"/>
            <a:chExt cx="446826" cy="327059"/>
          </a:xfrm>
        </p:grpSpPr>
        <p:sp>
          <p:nvSpPr>
            <p:cNvPr id="9378" name="Google Shape;9378;p5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54"/>
          <p:cNvGrpSpPr/>
          <p:nvPr/>
        </p:nvGrpSpPr>
        <p:grpSpPr>
          <a:xfrm>
            <a:off x="4876780" y="2243814"/>
            <a:ext cx="407774" cy="356627"/>
            <a:chOff x="4876780" y="2418064"/>
            <a:chExt cx="407774" cy="356627"/>
          </a:xfrm>
        </p:grpSpPr>
        <p:sp>
          <p:nvSpPr>
            <p:cNvPr id="9382" name="Google Shape;9382;p5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54"/>
          <p:cNvGrpSpPr/>
          <p:nvPr/>
        </p:nvGrpSpPr>
        <p:grpSpPr>
          <a:xfrm>
            <a:off x="7070872" y="2236621"/>
            <a:ext cx="398321" cy="371013"/>
            <a:chOff x="7070872" y="2410871"/>
            <a:chExt cx="398321" cy="371013"/>
          </a:xfrm>
        </p:grpSpPr>
        <p:sp>
          <p:nvSpPr>
            <p:cNvPr id="9391" name="Google Shape;9391;p5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5" name="Google Shape;9395;p54"/>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6" name="Google Shape;9396;p54"/>
          <p:cNvGrpSpPr/>
          <p:nvPr/>
        </p:nvGrpSpPr>
        <p:grpSpPr>
          <a:xfrm>
            <a:off x="5318259" y="2807861"/>
            <a:ext cx="371013" cy="220787"/>
            <a:chOff x="5318259" y="2982111"/>
            <a:chExt cx="371013" cy="220787"/>
          </a:xfrm>
        </p:grpSpPr>
        <p:sp>
          <p:nvSpPr>
            <p:cNvPr id="9397" name="Google Shape;9397;p5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54"/>
          <p:cNvGrpSpPr/>
          <p:nvPr/>
        </p:nvGrpSpPr>
        <p:grpSpPr>
          <a:xfrm>
            <a:off x="7073928" y="2731507"/>
            <a:ext cx="371395" cy="371809"/>
            <a:chOff x="7073928" y="2905757"/>
            <a:chExt cx="371395" cy="371809"/>
          </a:xfrm>
        </p:grpSpPr>
        <p:sp>
          <p:nvSpPr>
            <p:cNvPr id="9406" name="Google Shape;9406;p5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54"/>
          <p:cNvGrpSpPr/>
          <p:nvPr/>
        </p:nvGrpSpPr>
        <p:grpSpPr>
          <a:xfrm>
            <a:off x="6188327" y="2781158"/>
            <a:ext cx="371395" cy="272857"/>
            <a:chOff x="6188327" y="2955408"/>
            <a:chExt cx="371395" cy="272857"/>
          </a:xfrm>
        </p:grpSpPr>
        <p:sp>
          <p:nvSpPr>
            <p:cNvPr id="9410" name="Google Shape;9410;p5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54"/>
          <p:cNvGrpSpPr/>
          <p:nvPr/>
        </p:nvGrpSpPr>
        <p:grpSpPr>
          <a:xfrm>
            <a:off x="7521454" y="2731889"/>
            <a:ext cx="359651" cy="371013"/>
            <a:chOff x="7521454" y="2906139"/>
            <a:chExt cx="359651" cy="371013"/>
          </a:xfrm>
        </p:grpSpPr>
        <p:sp>
          <p:nvSpPr>
            <p:cNvPr id="9413" name="Google Shape;9413;p5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54"/>
          <p:cNvGrpSpPr/>
          <p:nvPr/>
        </p:nvGrpSpPr>
        <p:grpSpPr>
          <a:xfrm>
            <a:off x="5782845" y="2732271"/>
            <a:ext cx="301661" cy="371013"/>
            <a:chOff x="5782845" y="2906521"/>
            <a:chExt cx="301661" cy="371013"/>
          </a:xfrm>
        </p:grpSpPr>
        <p:sp>
          <p:nvSpPr>
            <p:cNvPr id="9419" name="Google Shape;9419;p5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54"/>
          <p:cNvGrpSpPr/>
          <p:nvPr/>
        </p:nvGrpSpPr>
        <p:grpSpPr>
          <a:xfrm>
            <a:off x="3539102" y="2253299"/>
            <a:ext cx="355099" cy="355481"/>
            <a:chOff x="3539102" y="2427549"/>
            <a:chExt cx="355099" cy="355481"/>
          </a:xfrm>
        </p:grpSpPr>
        <p:sp>
          <p:nvSpPr>
            <p:cNvPr id="9423" name="Google Shape;9423;p5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54"/>
          <p:cNvGrpSpPr/>
          <p:nvPr/>
        </p:nvGrpSpPr>
        <p:grpSpPr>
          <a:xfrm>
            <a:off x="6630539" y="2743252"/>
            <a:ext cx="371777" cy="349434"/>
            <a:chOff x="6630539" y="2917502"/>
            <a:chExt cx="371777" cy="349434"/>
          </a:xfrm>
        </p:grpSpPr>
        <p:sp>
          <p:nvSpPr>
            <p:cNvPr id="9426" name="Google Shape;9426;p5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54"/>
          <p:cNvGrpSpPr/>
          <p:nvPr/>
        </p:nvGrpSpPr>
        <p:grpSpPr>
          <a:xfrm>
            <a:off x="2171474" y="3194979"/>
            <a:ext cx="408156" cy="343737"/>
            <a:chOff x="2171474" y="3369229"/>
            <a:chExt cx="408156" cy="343737"/>
          </a:xfrm>
        </p:grpSpPr>
        <p:sp>
          <p:nvSpPr>
            <p:cNvPr id="9434" name="Google Shape;9434;p5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54"/>
          <p:cNvGrpSpPr/>
          <p:nvPr/>
        </p:nvGrpSpPr>
        <p:grpSpPr>
          <a:xfrm>
            <a:off x="4891198" y="2750858"/>
            <a:ext cx="334634" cy="334634"/>
            <a:chOff x="4891198" y="2925108"/>
            <a:chExt cx="334634" cy="334634"/>
          </a:xfrm>
        </p:grpSpPr>
        <p:sp>
          <p:nvSpPr>
            <p:cNvPr id="9439" name="Google Shape;9439;p5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54"/>
          <p:cNvGrpSpPr/>
          <p:nvPr/>
        </p:nvGrpSpPr>
        <p:grpSpPr>
          <a:xfrm>
            <a:off x="7976174" y="2750858"/>
            <a:ext cx="334666" cy="334634"/>
            <a:chOff x="7976174" y="2925108"/>
            <a:chExt cx="334666" cy="334634"/>
          </a:xfrm>
        </p:grpSpPr>
        <p:sp>
          <p:nvSpPr>
            <p:cNvPr id="9448" name="Google Shape;9448;p5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54"/>
          <p:cNvGrpSpPr/>
          <p:nvPr/>
        </p:nvGrpSpPr>
        <p:grpSpPr>
          <a:xfrm>
            <a:off x="3091957" y="3199881"/>
            <a:ext cx="354717" cy="332757"/>
            <a:chOff x="3091957" y="3374131"/>
            <a:chExt cx="354717" cy="332757"/>
          </a:xfrm>
        </p:grpSpPr>
        <p:sp>
          <p:nvSpPr>
            <p:cNvPr id="9458" name="Google Shape;9458;p5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54"/>
          <p:cNvGrpSpPr/>
          <p:nvPr/>
        </p:nvGrpSpPr>
        <p:grpSpPr>
          <a:xfrm>
            <a:off x="3988156" y="3205960"/>
            <a:ext cx="353954" cy="318880"/>
            <a:chOff x="3988156" y="3380210"/>
            <a:chExt cx="353954" cy="318880"/>
          </a:xfrm>
        </p:grpSpPr>
        <p:sp>
          <p:nvSpPr>
            <p:cNvPr id="9465" name="Google Shape;9465;p5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54"/>
          <p:cNvGrpSpPr/>
          <p:nvPr/>
        </p:nvGrpSpPr>
        <p:grpSpPr>
          <a:xfrm>
            <a:off x="3541011" y="3193070"/>
            <a:ext cx="348257" cy="346188"/>
            <a:chOff x="3541011" y="3367320"/>
            <a:chExt cx="348257" cy="346188"/>
          </a:xfrm>
        </p:grpSpPr>
        <p:sp>
          <p:nvSpPr>
            <p:cNvPr id="9471" name="Google Shape;9471;p5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54"/>
          <p:cNvGrpSpPr/>
          <p:nvPr/>
        </p:nvGrpSpPr>
        <p:grpSpPr>
          <a:xfrm>
            <a:off x="1314678" y="3183967"/>
            <a:ext cx="334666" cy="365348"/>
            <a:chOff x="1314678" y="3358217"/>
            <a:chExt cx="334666" cy="365348"/>
          </a:xfrm>
        </p:grpSpPr>
        <p:sp>
          <p:nvSpPr>
            <p:cNvPr id="9476" name="Google Shape;9476;p5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54"/>
          <p:cNvGrpSpPr/>
          <p:nvPr/>
        </p:nvGrpSpPr>
        <p:grpSpPr>
          <a:xfrm>
            <a:off x="1748582" y="3198385"/>
            <a:ext cx="359269" cy="335780"/>
            <a:chOff x="1748582" y="3372635"/>
            <a:chExt cx="359269" cy="335780"/>
          </a:xfrm>
        </p:grpSpPr>
        <p:sp>
          <p:nvSpPr>
            <p:cNvPr id="9482" name="Google Shape;9482;p5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3" name="Google Shape;9483;p54"/>
            <p:cNvGrpSpPr/>
            <p:nvPr/>
          </p:nvGrpSpPr>
          <p:grpSpPr>
            <a:xfrm>
              <a:off x="1748582" y="3372635"/>
              <a:ext cx="333520" cy="335780"/>
              <a:chOff x="1748582" y="3372635"/>
              <a:chExt cx="333520" cy="335780"/>
            </a:xfrm>
          </p:grpSpPr>
          <p:sp>
            <p:nvSpPr>
              <p:cNvPr id="9484" name="Google Shape;9484;p5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7" name="Google Shape;9487;p54"/>
          <p:cNvGrpSpPr/>
          <p:nvPr/>
        </p:nvGrpSpPr>
        <p:grpSpPr>
          <a:xfrm>
            <a:off x="2640993" y="3183585"/>
            <a:ext cx="365348" cy="364966"/>
            <a:chOff x="2640993" y="3357835"/>
            <a:chExt cx="365348" cy="364966"/>
          </a:xfrm>
        </p:grpSpPr>
        <p:sp>
          <p:nvSpPr>
            <p:cNvPr id="9488" name="Google Shape;9488;p5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54"/>
          <p:cNvGrpSpPr/>
          <p:nvPr/>
        </p:nvGrpSpPr>
        <p:grpSpPr>
          <a:xfrm>
            <a:off x="4886264" y="3191924"/>
            <a:ext cx="350548" cy="350198"/>
            <a:chOff x="4886264" y="3366174"/>
            <a:chExt cx="350548" cy="350198"/>
          </a:xfrm>
        </p:grpSpPr>
        <p:sp>
          <p:nvSpPr>
            <p:cNvPr id="9499" name="Google Shape;9499;p5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54"/>
          <p:cNvGrpSpPr/>
          <p:nvPr/>
        </p:nvGrpSpPr>
        <p:grpSpPr>
          <a:xfrm>
            <a:off x="5331913" y="3239697"/>
            <a:ext cx="347143" cy="254684"/>
            <a:chOff x="5331913" y="3413947"/>
            <a:chExt cx="347143" cy="254684"/>
          </a:xfrm>
        </p:grpSpPr>
        <p:sp>
          <p:nvSpPr>
            <p:cNvPr id="9513" name="Google Shape;9513;p5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54"/>
          <p:cNvGrpSpPr/>
          <p:nvPr/>
        </p:nvGrpSpPr>
        <p:grpSpPr>
          <a:xfrm>
            <a:off x="5776798" y="3235528"/>
            <a:ext cx="346379" cy="264518"/>
            <a:chOff x="5776798" y="3409778"/>
            <a:chExt cx="346379" cy="264518"/>
          </a:xfrm>
        </p:grpSpPr>
        <p:sp>
          <p:nvSpPr>
            <p:cNvPr id="9520" name="Google Shape;9520;p5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54"/>
          <p:cNvGrpSpPr/>
          <p:nvPr/>
        </p:nvGrpSpPr>
        <p:grpSpPr>
          <a:xfrm>
            <a:off x="7108015" y="3222255"/>
            <a:ext cx="344883" cy="290299"/>
            <a:chOff x="7108015" y="3396505"/>
            <a:chExt cx="344883" cy="290299"/>
          </a:xfrm>
        </p:grpSpPr>
        <p:sp>
          <p:nvSpPr>
            <p:cNvPr id="9527" name="Google Shape;9527;p5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54"/>
          <p:cNvGrpSpPr/>
          <p:nvPr/>
        </p:nvGrpSpPr>
        <p:grpSpPr>
          <a:xfrm>
            <a:off x="7551754" y="3216558"/>
            <a:ext cx="344883" cy="301311"/>
            <a:chOff x="7551754" y="3390808"/>
            <a:chExt cx="344883" cy="301311"/>
          </a:xfrm>
        </p:grpSpPr>
        <p:sp>
          <p:nvSpPr>
            <p:cNvPr id="9532" name="Google Shape;9532;p5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54"/>
          <p:cNvGrpSpPr/>
          <p:nvPr/>
        </p:nvGrpSpPr>
        <p:grpSpPr>
          <a:xfrm>
            <a:off x="6707084" y="3213153"/>
            <a:ext cx="261145" cy="308504"/>
            <a:chOff x="6707084" y="3387403"/>
            <a:chExt cx="261145" cy="308504"/>
          </a:xfrm>
        </p:grpSpPr>
        <p:sp>
          <p:nvSpPr>
            <p:cNvPr id="9544" name="Google Shape;9544;p5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54"/>
          <p:cNvGrpSpPr/>
          <p:nvPr/>
        </p:nvGrpSpPr>
        <p:grpSpPr>
          <a:xfrm>
            <a:off x="848978" y="4123387"/>
            <a:ext cx="377824" cy="324418"/>
            <a:chOff x="848978" y="4297637"/>
            <a:chExt cx="377824" cy="324418"/>
          </a:xfrm>
        </p:grpSpPr>
        <p:sp>
          <p:nvSpPr>
            <p:cNvPr id="9549" name="Google Shape;9549;p5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54"/>
          <p:cNvGrpSpPr/>
          <p:nvPr/>
        </p:nvGrpSpPr>
        <p:grpSpPr>
          <a:xfrm>
            <a:off x="1754279" y="4112343"/>
            <a:ext cx="351439" cy="345965"/>
            <a:chOff x="1754279" y="4286593"/>
            <a:chExt cx="351439" cy="345965"/>
          </a:xfrm>
        </p:grpSpPr>
        <p:sp>
          <p:nvSpPr>
            <p:cNvPr id="9552" name="Google Shape;9552;p5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54"/>
          <p:cNvGrpSpPr/>
          <p:nvPr/>
        </p:nvGrpSpPr>
        <p:grpSpPr>
          <a:xfrm>
            <a:off x="3996113" y="4116926"/>
            <a:ext cx="336512" cy="335048"/>
            <a:chOff x="3996113" y="4291176"/>
            <a:chExt cx="336512" cy="335048"/>
          </a:xfrm>
        </p:grpSpPr>
        <p:sp>
          <p:nvSpPr>
            <p:cNvPr id="9558" name="Google Shape;9558;p5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1" name="Google Shape;9561;p54"/>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2" name="Google Shape;9562;p54"/>
          <p:cNvGrpSpPr/>
          <p:nvPr/>
        </p:nvGrpSpPr>
        <p:grpSpPr>
          <a:xfrm>
            <a:off x="2179081" y="4111261"/>
            <a:ext cx="397525" cy="348670"/>
            <a:chOff x="2179081" y="4285511"/>
            <a:chExt cx="397525" cy="348670"/>
          </a:xfrm>
        </p:grpSpPr>
        <p:sp>
          <p:nvSpPr>
            <p:cNvPr id="9563" name="Google Shape;9563;p5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54"/>
          <p:cNvGrpSpPr/>
          <p:nvPr/>
        </p:nvGrpSpPr>
        <p:grpSpPr>
          <a:xfrm>
            <a:off x="3584201" y="4120746"/>
            <a:ext cx="267574" cy="329415"/>
            <a:chOff x="3584201" y="4294996"/>
            <a:chExt cx="267574" cy="329415"/>
          </a:xfrm>
        </p:grpSpPr>
        <p:sp>
          <p:nvSpPr>
            <p:cNvPr id="9566" name="Google Shape;9566;p5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54"/>
          <p:cNvGrpSpPr/>
          <p:nvPr/>
        </p:nvGrpSpPr>
        <p:grpSpPr>
          <a:xfrm>
            <a:off x="3082855" y="4121478"/>
            <a:ext cx="375946" cy="327823"/>
            <a:chOff x="3082855" y="4295728"/>
            <a:chExt cx="375946" cy="327823"/>
          </a:xfrm>
        </p:grpSpPr>
        <p:sp>
          <p:nvSpPr>
            <p:cNvPr id="9571" name="Google Shape;9571;p5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54"/>
          <p:cNvGrpSpPr/>
          <p:nvPr/>
        </p:nvGrpSpPr>
        <p:grpSpPr>
          <a:xfrm>
            <a:off x="2749016" y="4116926"/>
            <a:ext cx="150831" cy="336926"/>
            <a:chOff x="2749016" y="4291176"/>
            <a:chExt cx="150831" cy="336926"/>
          </a:xfrm>
        </p:grpSpPr>
        <p:sp>
          <p:nvSpPr>
            <p:cNvPr id="9583" name="Google Shape;9583;p5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54"/>
          <p:cNvGrpSpPr/>
          <p:nvPr/>
        </p:nvGrpSpPr>
        <p:grpSpPr>
          <a:xfrm>
            <a:off x="7127716" y="4105182"/>
            <a:ext cx="248254" cy="361942"/>
            <a:chOff x="7127716" y="4279432"/>
            <a:chExt cx="248254" cy="361942"/>
          </a:xfrm>
        </p:grpSpPr>
        <p:sp>
          <p:nvSpPr>
            <p:cNvPr id="9588" name="Google Shape;9588;p5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54"/>
          <p:cNvGrpSpPr/>
          <p:nvPr/>
        </p:nvGrpSpPr>
        <p:grpSpPr>
          <a:xfrm>
            <a:off x="7565408" y="4105182"/>
            <a:ext cx="248255" cy="361942"/>
            <a:chOff x="7565408" y="4279432"/>
            <a:chExt cx="248255" cy="361942"/>
          </a:xfrm>
        </p:grpSpPr>
        <p:sp>
          <p:nvSpPr>
            <p:cNvPr id="9598" name="Google Shape;9598;p5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54"/>
          <p:cNvGrpSpPr/>
          <p:nvPr/>
        </p:nvGrpSpPr>
        <p:grpSpPr>
          <a:xfrm>
            <a:off x="6264109" y="4105182"/>
            <a:ext cx="225498" cy="361560"/>
            <a:chOff x="6264109" y="4279432"/>
            <a:chExt cx="225498" cy="361560"/>
          </a:xfrm>
        </p:grpSpPr>
        <p:sp>
          <p:nvSpPr>
            <p:cNvPr id="9607" name="Google Shape;9607;p5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54"/>
          <p:cNvGrpSpPr/>
          <p:nvPr/>
        </p:nvGrpSpPr>
        <p:grpSpPr>
          <a:xfrm>
            <a:off x="7929578" y="4110115"/>
            <a:ext cx="395266" cy="351312"/>
            <a:chOff x="7929578" y="4284365"/>
            <a:chExt cx="395266" cy="351312"/>
          </a:xfrm>
        </p:grpSpPr>
        <p:sp>
          <p:nvSpPr>
            <p:cNvPr id="9610" name="Google Shape;9610;p5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54"/>
          <p:cNvGrpSpPr/>
          <p:nvPr/>
        </p:nvGrpSpPr>
        <p:grpSpPr>
          <a:xfrm>
            <a:off x="6595502" y="4149527"/>
            <a:ext cx="426315" cy="332826"/>
            <a:chOff x="6639652" y="4323777"/>
            <a:chExt cx="426315" cy="332826"/>
          </a:xfrm>
        </p:grpSpPr>
        <p:sp>
          <p:nvSpPr>
            <p:cNvPr id="9615" name="Google Shape;9615;p5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54"/>
          <p:cNvGrpSpPr/>
          <p:nvPr/>
        </p:nvGrpSpPr>
        <p:grpSpPr>
          <a:xfrm>
            <a:off x="5357662" y="4123387"/>
            <a:ext cx="287275" cy="326296"/>
            <a:chOff x="5357662" y="4297637"/>
            <a:chExt cx="287275" cy="326296"/>
          </a:xfrm>
        </p:grpSpPr>
        <p:sp>
          <p:nvSpPr>
            <p:cNvPr id="9626" name="Google Shape;9626;p5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54"/>
          <p:cNvGrpSpPr/>
          <p:nvPr/>
        </p:nvGrpSpPr>
        <p:grpSpPr>
          <a:xfrm>
            <a:off x="5774124" y="4120300"/>
            <a:ext cx="331611" cy="331674"/>
            <a:chOff x="5774124" y="4294550"/>
            <a:chExt cx="331611" cy="331674"/>
          </a:xfrm>
        </p:grpSpPr>
        <p:sp>
          <p:nvSpPr>
            <p:cNvPr id="9632" name="Google Shape;9632;p5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54"/>
          <p:cNvGrpSpPr/>
          <p:nvPr/>
        </p:nvGrpSpPr>
        <p:grpSpPr>
          <a:xfrm>
            <a:off x="4890434" y="4113139"/>
            <a:ext cx="345997" cy="346029"/>
            <a:chOff x="4890434" y="4287389"/>
            <a:chExt cx="345997" cy="346029"/>
          </a:xfrm>
        </p:grpSpPr>
        <p:sp>
          <p:nvSpPr>
            <p:cNvPr id="9635" name="Google Shape;9635;p5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54"/>
          <p:cNvGrpSpPr/>
          <p:nvPr/>
        </p:nvGrpSpPr>
        <p:grpSpPr>
          <a:xfrm>
            <a:off x="2165809" y="3636809"/>
            <a:ext cx="422542" cy="342973"/>
            <a:chOff x="2165809" y="3811059"/>
            <a:chExt cx="422542" cy="342973"/>
          </a:xfrm>
        </p:grpSpPr>
        <p:sp>
          <p:nvSpPr>
            <p:cNvPr id="9643" name="Google Shape;9643;p5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1" name="Google Shape;9661;p54"/>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2" name="Google Shape;9662;p54"/>
          <p:cNvGrpSpPr/>
          <p:nvPr/>
        </p:nvGrpSpPr>
        <p:grpSpPr>
          <a:xfrm>
            <a:off x="903530" y="3631875"/>
            <a:ext cx="264550" cy="353222"/>
            <a:chOff x="903530" y="3806125"/>
            <a:chExt cx="264550" cy="353222"/>
          </a:xfrm>
        </p:grpSpPr>
        <p:sp>
          <p:nvSpPr>
            <p:cNvPr id="9663" name="Google Shape;9663;p5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54"/>
          <p:cNvGrpSpPr/>
          <p:nvPr/>
        </p:nvGrpSpPr>
        <p:grpSpPr>
          <a:xfrm>
            <a:off x="850092" y="3178684"/>
            <a:ext cx="369517" cy="375660"/>
            <a:chOff x="850092" y="3352934"/>
            <a:chExt cx="369517" cy="375660"/>
          </a:xfrm>
        </p:grpSpPr>
        <p:sp>
          <p:nvSpPr>
            <p:cNvPr id="9668" name="Google Shape;9668;p5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54"/>
          <p:cNvGrpSpPr/>
          <p:nvPr/>
        </p:nvGrpSpPr>
        <p:grpSpPr>
          <a:xfrm>
            <a:off x="2611458" y="3642124"/>
            <a:ext cx="426329" cy="332375"/>
            <a:chOff x="2611458" y="3816374"/>
            <a:chExt cx="426329" cy="332375"/>
          </a:xfrm>
        </p:grpSpPr>
        <p:sp>
          <p:nvSpPr>
            <p:cNvPr id="9674" name="Google Shape;9674;p5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4" name="Google Shape;9684;p54"/>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5" name="Google Shape;9685;p54"/>
          <p:cNvGrpSpPr/>
          <p:nvPr/>
        </p:nvGrpSpPr>
        <p:grpSpPr>
          <a:xfrm>
            <a:off x="4019984" y="3631143"/>
            <a:ext cx="293704" cy="353954"/>
            <a:chOff x="4019984" y="3805393"/>
            <a:chExt cx="293704" cy="353954"/>
          </a:xfrm>
        </p:grpSpPr>
        <p:sp>
          <p:nvSpPr>
            <p:cNvPr id="9686" name="Google Shape;9686;p5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54"/>
          <p:cNvGrpSpPr/>
          <p:nvPr/>
        </p:nvGrpSpPr>
        <p:grpSpPr>
          <a:xfrm>
            <a:off x="8006505" y="3215794"/>
            <a:ext cx="323654" cy="303189"/>
            <a:chOff x="8006505" y="3390044"/>
            <a:chExt cx="323654" cy="303189"/>
          </a:xfrm>
        </p:grpSpPr>
        <p:sp>
          <p:nvSpPr>
            <p:cNvPr id="9689" name="Google Shape;9689;p5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54"/>
          <p:cNvGrpSpPr/>
          <p:nvPr/>
        </p:nvGrpSpPr>
        <p:grpSpPr>
          <a:xfrm>
            <a:off x="1299146" y="3632257"/>
            <a:ext cx="367990" cy="351312"/>
            <a:chOff x="1299146" y="3806507"/>
            <a:chExt cx="367990" cy="351312"/>
          </a:xfrm>
        </p:grpSpPr>
        <p:sp>
          <p:nvSpPr>
            <p:cNvPr id="9696" name="Google Shape;9696;p5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8" name="Google Shape;9698;p54"/>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9" name="Google Shape;9699;p54"/>
          <p:cNvGrpSpPr/>
          <p:nvPr/>
        </p:nvGrpSpPr>
        <p:grpSpPr>
          <a:xfrm>
            <a:off x="7550258" y="3658420"/>
            <a:ext cx="371395" cy="301279"/>
            <a:chOff x="7550258" y="3832670"/>
            <a:chExt cx="371395" cy="301279"/>
          </a:xfrm>
        </p:grpSpPr>
        <p:sp>
          <p:nvSpPr>
            <p:cNvPr id="9700" name="Google Shape;9700;p5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8" name="Google Shape;9718;p54"/>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9" name="Google Shape;9719;p54"/>
          <p:cNvGrpSpPr/>
          <p:nvPr/>
        </p:nvGrpSpPr>
        <p:grpSpPr>
          <a:xfrm>
            <a:off x="6659725" y="3633785"/>
            <a:ext cx="367608" cy="350548"/>
            <a:chOff x="6659725" y="3808035"/>
            <a:chExt cx="367608" cy="350548"/>
          </a:xfrm>
        </p:grpSpPr>
        <p:sp>
          <p:nvSpPr>
            <p:cNvPr id="9720" name="Google Shape;9720;p5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54"/>
          <p:cNvGrpSpPr/>
          <p:nvPr/>
        </p:nvGrpSpPr>
        <p:grpSpPr>
          <a:xfrm>
            <a:off x="6219391" y="3642506"/>
            <a:ext cx="356627" cy="334252"/>
            <a:chOff x="6219391" y="3816756"/>
            <a:chExt cx="356627" cy="334252"/>
          </a:xfrm>
        </p:grpSpPr>
        <p:sp>
          <p:nvSpPr>
            <p:cNvPr id="9723" name="Google Shape;9723;p5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54"/>
          <p:cNvGrpSpPr/>
          <p:nvPr/>
        </p:nvGrpSpPr>
        <p:grpSpPr>
          <a:xfrm>
            <a:off x="5778676" y="3652722"/>
            <a:ext cx="349052" cy="313055"/>
            <a:chOff x="5778676" y="3826972"/>
            <a:chExt cx="349052" cy="313055"/>
          </a:xfrm>
        </p:grpSpPr>
        <p:sp>
          <p:nvSpPr>
            <p:cNvPr id="9728" name="Google Shape;9728;p5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54"/>
          <p:cNvGrpSpPr/>
          <p:nvPr/>
        </p:nvGrpSpPr>
        <p:grpSpPr>
          <a:xfrm>
            <a:off x="5355784" y="3660297"/>
            <a:ext cx="299019" cy="297905"/>
            <a:chOff x="5355784" y="3834547"/>
            <a:chExt cx="299019" cy="297905"/>
          </a:xfrm>
        </p:grpSpPr>
        <p:sp>
          <p:nvSpPr>
            <p:cNvPr id="9734" name="Google Shape;9734;p5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54"/>
          <p:cNvGrpSpPr/>
          <p:nvPr/>
        </p:nvGrpSpPr>
        <p:grpSpPr>
          <a:xfrm>
            <a:off x="8036455" y="3633021"/>
            <a:ext cx="292176" cy="353985"/>
            <a:chOff x="8036455" y="3807271"/>
            <a:chExt cx="292176" cy="353985"/>
          </a:xfrm>
        </p:grpSpPr>
        <p:sp>
          <p:nvSpPr>
            <p:cNvPr id="9739" name="Google Shape;9739;p5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1" name="Google Shape;9741;p5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9742" name="Google Shape;9742;p5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9743" name="Google Shape;9743;p54"/>
          <p:cNvGrpSpPr/>
          <p:nvPr/>
        </p:nvGrpSpPr>
        <p:grpSpPr>
          <a:xfrm>
            <a:off x="4874902" y="3634549"/>
            <a:ext cx="345615" cy="350835"/>
            <a:chOff x="4874902" y="3808799"/>
            <a:chExt cx="345615" cy="350835"/>
          </a:xfrm>
        </p:grpSpPr>
        <p:sp>
          <p:nvSpPr>
            <p:cNvPr id="9744" name="Google Shape;9744;p5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54"/>
          <p:cNvGrpSpPr/>
          <p:nvPr/>
        </p:nvGrpSpPr>
        <p:grpSpPr>
          <a:xfrm>
            <a:off x="3095745" y="3631143"/>
            <a:ext cx="352840" cy="354717"/>
            <a:chOff x="3095745" y="3805393"/>
            <a:chExt cx="352840" cy="354717"/>
          </a:xfrm>
        </p:grpSpPr>
        <p:sp>
          <p:nvSpPr>
            <p:cNvPr id="9762" name="Google Shape;9762;p5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71" name="Shape 9771"/>
        <p:cNvGrpSpPr/>
        <p:nvPr/>
      </p:nvGrpSpPr>
      <p:grpSpPr>
        <a:xfrm>
          <a:off x="0" y="0"/>
          <a:ext cx="0" cy="0"/>
          <a:chOff x="0" y="0"/>
          <a:chExt cx="0" cy="0"/>
        </a:xfrm>
      </p:grpSpPr>
      <p:grpSp>
        <p:nvGrpSpPr>
          <p:cNvPr id="9772" name="Google Shape;9772;p55"/>
          <p:cNvGrpSpPr/>
          <p:nvPr/>
        </p:nvGrpSpPr>
        <p:grpSpPr>
          <a:xfrm>
            <a:off x="2733780" y="4039081"/>
            <a:ext cx="342144" cy="362704"/>
            <a:chOff x="2704005" y="4258781"/>
            <a:chExt cx="342144" cy="362704"/>
          </a:xfrm>
        </p:grpSpPr>
        <p:sp>
          <p:nvSpPr>
            <p:cNvPr id="9773" name="Google Shape;9773;p5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55"/>
          <p:cNvGrpSpPr/>
          <p:nvPr/>
        </p:nvGrpSpPr>
        <p:grpSpPr>
          <a:xfrm>
            <a:off x="2157462" y="4083096"/>
            <a:ext cx="347435" cy="363370"/>
            <a:chOff x="2157462" y="4258496"/>
            <a:chExt cx="347435" cy="363370"/>
          </a:xfrm>
        </p:grpSpPr>
        <p:sp>
          <p:nvSpPr>
            <p:cNvPr id="9781" name="Google Shape;9781;p5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55"/>
          <p:cNvGrpSpPr/>
          <p:nvPr/>
        </p:nvGrpSpPr>
        <p:grpSpPr>
          <a:xfrm>
            <a:off x="4010963" y="3588381"/>
            <a:ext cx="343665" cy="363211"/>
            <a:chOff x="4010963" y="3763781"/>
            <a:chExt cx="343665" cy="363211"/>
          </a:xfrm>
        </p:grpSpPr>
        <p:sp>
          <p:nvSpPr>
            <p:cNvPr id="9785" name="Google Shape;9785;p5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55"/>
          <p:cNvGrpSpPr/>
          <p:nvPr/>
        </p:nvGrpSpPr>
        <p:grpSpPr>
          <a:xfrm>
            <a:off x="2214042" y="3635109"/>
            <a:ext cx="368153" cy="311193"/>
            <a:chOff x="2214042" y="3810509"/>
            <a:chExt cx="368153" cy="311193"/>
          </a:xfrm>
        </p:grpSpPr>
        <p:sp>
          <p:nvSpPr>
            <p:cNvPr id="9791" name="Google Shape;9791;p5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55"/>
          <p:cNvGrpSpPr/>
          <p:nvPr/>
        </p:nvGrpSpPr>
        <p:grpSpPr>
          <a:xfrm>
            <a:off x="1797413" y="3606819"/>
            <a:ext cx="367805" cy="367773"/>
            <a:chOff x="1768938" y="3782219"/>
            <a:chExt cx="367805" cy="367773"/>
          </a:xfrm>
        </p:grpSpPr>
        <p:sp>
          <p:nvSpPr>
            <p:cNvPr id="9794" name="Google Shape;9794;p5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55"/>
          <p:cNvGrpSpPr/>
          <p:nvPr/>
        </p:nvGrpSpPr>
        <p:grpSpPr>
          <a:xfrm>
            <a:off x="2681385" y="3623039"/>
            <a:ext cx="325544" cy="327413"/>
            <a:chOff x="2681385" y="3798439"/>
            <a:chExt cx="325544" cy="327413"/>
          </a:xfrm>
        </p:grpSpPr>
        <p:sp>
          <p:nvSpPr>
            <p:cNvPr id="9800" name="Google Shape;9800;p5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55"/>
          <p:cNvGrpSpPr/>
          <p:nvPr/>
        </p:nvGrpSpPr>
        <p:grpSpPr>
          <a:xfrm>
            <a:off x="6243928" y="4088102"/>
            <a:ext cx="274254" cy="350824"/>
            <a:chOff x="6243928" y="4263502"/>
            <a:chExt cx="274254" cy="350824"/>
          </a:xfrm>
        </p:grpSpPr>
        <p:sp>
          <p:nvSpPr>
            <p:cNvPr id="9808" name="Google Shape;9808;p5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55"/>
          <p:cNvGrpSpPr/>
          <p:nvPr/>
        </p:nvGrpSpPr>
        <p:grpSpPr>
          <a:xfrm>
            <a:off x="3560600" y="3587938"/>
            <a:ext cx="352345" cy="363655"/>
            <a:chOff x="3560600" y="3763338"/>
            <a:chExt cx="352345" cy="363655"/>
          </a:xfrm>
        </p:grpSpPr>
        <p:sp>
          <p:nvSpPr>
            <p:cNvPr id="9817" name="Google Shape;9817;p5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55"/>
          <p:cNvGrpSpPr/>
          <p:nvPr/>
        </p:nvGrpSpPr>
        <p:grpSpPr>
          <a:xfrm>
            <a:off x="5790556" y="4085852"/>
            <a:ext cx="279513" cy="356083"/>
            <a:chOff x="5790556" y="4261252"/>
            <a:chExt cx="279513" cy="356083"/>
          </a:xfrm>
        </p:grpSpPr>
        <p:sp>
          <p:nvSpPr>
            <p:cNvPr id="9821" name="Google Shape;9821;p5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55"/>
          <p:cNvGrpSpPr/>
          <p:nvPr/>
        </p:nvGrpSpPr>
        <p:grpSpPr>
          <a:xfrm>
            <a:off x="5341333" y="4085852"/>
            <a:ext cx="278752" cy="356463"/>
            <a:chOff x="5341333" y="4261252"/>
            <a:chExt cx="278752" cy="356463"/>
          </a:xfrm>
        </p:grpSpPr>
        <p:sp>
          <p:nvSpPr>
            <p:cNvPr id="9829" name="Google Shape;9829;p5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6" name="Google Shape;9836;p55"/>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7" name="Google Shape;9837;p55"/>
          <p:cNvGrpSpPr/>
          <p:nvPr/>
        </p:nvGrpSpPr>
        <p:grpSpPr>
          <a:xfrm>
            <a:off x="3103646" y="3590676"/>
            <a:ext cx="360233" cy="362451"/>
            <a:chOff x="3107608" y="3763401"/>
            <a:chExt cx="360233" cy="362451"/>
          </a:xfrm>
        </p:grpSpPr>
        <p:sp>
          <p:nvSpPr>
            <p:cNvPr id="9838" name="Google Shape;9838;p5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55"/>
          <p:cNvGrpSpPr/>
          <p:nvPr/>
        </p:nvGrpSpPr>
        <p:grpSpPr>
          <a:xfrm>
            <a:off x="889343" y="3625827"/>
            <a:ext cx="351585" cy="339705"/>
            <a:chOff x="889343" y="3801227"/>
            <a:chExt cx="351585" cy="339705"/>
          </a:xfrm>
        </p:grpSpPr>
        <p:sp>
          <p:nvSpPr>
            <p:cNvPr id="9842" name="Google Shape;9842;p5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55"/>
          <p:cNvGrpSpPr/>
          <p:nvPr/>
        </p:nvGrpSpPr>
        <p:grpSpPr>
          <a:xfrm>
            <a:off x="4896609" y="4085472"/>
            <a:ext cx="278784" cy="355323"/>
            <a:chOff x="4896609" y="4260872"/>
            <a:chExt cx="278784" cy="355323"/>
          </a:xfrm>
        </p:grpSpPr>
        <p:sp>
          <p:nvSpPr>
            <p:cNvPr id="9848" name="Google Shape;9848;p5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55"/>
          <p:cNvGrpSpPr/>
          <p:nvPr/>
        </p:nvGrpSpPr>
        <p:grpSpPr>
          <a:xfrm>
            <a:off x="7598438" y="4090731"/>
            <a:ext cx="260283" cy="345914"/>
            <a:chOff x="7598438" y="4266131"/>
            <a:chExt cx="260283" cy="345914"/>
          </a:xfrm>
        </p:grpSpPr>
        <p:sp>
          <p:nvSpPr>
            <p:cNvPr id="9855" name="Google Shape;9855;p5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55"/>
          <p:cNvGrpSpPr/>
          <p:nvPr/>
        </p:nvGrpSpPr>
        <p:grpSpPr>
          <a:xfrm>
            <a:off x="1767069" y="3184746"/>
            <a:ext cx="286324" cy="348163"/>
            <a:chOff x="1767069" y="3360146"/>
            <a:chExt cx="286324" cy="348163"/>
          </a:xfrm>
        </p:grpSpPr>
        <p:sp>
          <p:nvSpPr>
            <p:cNvPr id="9863" name="Google Shape;9863;p5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55"/>
          <p:cNvGrpSpPr/>
          <p:nvPr/>
        </p:nvGrpSpPr>
        <p:grpSpPr>
          <a:xfrm>
            <a:off x="7149944" y="4090731"/>
            <a:ext cx="260283" cy="345914"/>
            <a:chOff x="7149944" y="4266131"/>
            <a:chExt cx="260283" cy="345914"/>
          </a:xfrm>
        </p:grpSpPr>
        <p:sp>
          <p:nvSpPr>
            <p:cNvPr id="9871" name="Google Shape;9871;p5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55"/>
          <p:cNvGrpSpPr/>
          <p:nvPr/>
        </p:nvGrpSpPr>
        <p:grpSpPr>
          <a:xfrm>
            <a:off x="6695051" y="4083951"/>
            <a:ext cx="270104" cy="360233"/>
            <a:chOff x="6695051" y="4259351"/>
            <a:chExt cx="270104" cy="360233"/>
          </a:xfrm>
        </p:grpSpPr>
        <p:sp>
          <p:nvSpPr>
            <p:cNvPr id="9878" name="Google Shape;9878;p5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55"/>
          <p:cNvGrpSpPr/>
          <p:nvPr/>
        </p:nvGrpSpPr>
        <p:grpSpPr>
          <a:xfrm>
            <a:off x="8047661" y="4082051"/>
            <a:ext cx="277263" cy="362514"/>
            <a:chOff x="8047661" y="4257451"/>
            <a:chExt cx="277263" cy="362514"/>
          </a:xfrm>
        </p:grpSpPr>
        <p:sp>
          <p:nvSpPr>
            <p:cNvPr id="9883" name="Google Shape;9883;p5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55"/>
          <p:cNvGrpSpPr/>
          <p:nvPr/>
        </p:nvGrpSpPr>
        <p:grpSpPr>
          <a:xfrm>
            <a:off x="6248078" y="3609068"/>
            <a:ext cx="277263" cy="356115"/>
            <a:chOff x="6248078" y="3784468"/>
            <a:chExt cx="277263" cy="356115"/>
          </a:xfrm>
        </p:grpSpPr>
        <p:sp>
          <p:nvSpPr>
            <p:cNvPr id="9888" name="Google Shape;9888;p5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55"/>
          <p:cNvGrpSpPr/>
          <p:nvPr/>
        </p:nvGrpSpPr>
        <p:grpSpPr>
          <a:xfrm>
            <a:off x="5800725" y="3610589"/>
            <a:ext cx="277644" cy="354594"/>
            <a:chOff x="5800725" y="3785989"/>
            <a:chExt cx="277644" cy="354594"/>
          </a:xfrm>
        </p:grpSpPr>
        <p:sp>
          <p:nvSpPr>
            <p:cNvPr id="9894" name="Google Shape;9894;p5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55"/>
          <p:cNvGrpSpPr/>
          <p:nvPr/>
        </p:nvGrpSpPr>
        <p:grpSpPr>
          <a:xfrm>
            <a:off x="2206122" y="3185348"/>
            <a:ext cx="308183" cy="347561"/>
            <a:chOff x="2206122" y="3360748"/>
            <a:chExt cx="308183" cy="347561"/>
          </a:xfrm>
        </p:grpSpPr>
        <p:sp>
          <p:nvSpPr>
            <p:cNvPr id="9902" name="Google Shape;9902;p5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55"/>
          <p:cNvGrpSpPr/>
          <p:nvPr/>
        </p:nvGrpSpPr>
        <p:grpSpPr>
          <a:xfrm>
            <a:off x="5353403" y="3610209"/>
            <a:ext cx="277992" cy="354974"/>
            <a:chOff x="5353403" y="3785609"/>
            <a:chExt cx="277992" cy="354974"/>
          </a:xfrm>
        </p:grpSpPr>
        <p:sp>
          <p:nvSpPr>
            <p:cNvPr id="9908" name="Google Shape;9908;p5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55"/>
          <p:cNvGrpSpPr/>
          <p:nvPr/>
        </p:nvGrpSpPr>
        <p:grpSpPr>
          <a:xfrm>
            <a:off x="4896229" y="3610589"/>
            <a:ext cx="278784" cy="354594"/>
            <a:chOff x="4896229" y="3785989"/>
            <a:chExt cx="278784" cy="354594"/>
          </a:xfrm>
        </p:grpSpPr>
        <p:sp>
          <p:nvSpPr>
            <p:cNvPr id="9915" name="Google Shape;9915;p5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55"/>
          <p:cNvGrpSpPr/>
          <p:nvPr/>
        </p:nvGrpSpPr>
        <p:grpSpPr>
          <a:xfrm>
            <a:off x="7592387" y="3612458"/>
            <a:ext cx="273874" cy="351204"/>
            <a:chOff x="7592387" y="3787858"/>
            <a:chExt cx="273874" cy="351204"/>
          </a:xfrm>
        </p:grpSpPr>
        <p:sp>
          <p:nvSpPr>
            <p:cNvPr id="9922" name="Google Shape;9922;p5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55"/>
          <p:cNvGrpSpPr/>
          <p:nvPr/>
        </p:nvGrpSpPr>
        <p:grpSpPr>
          <a:xfrm>
            <a:off x="7145794" y="3612458"/>
            <a:ext cx="274254" cy="350444"/>
            <a:chOff x="7145794" y="3787858"/>
            <a:chExt cx="274254" cy="350444"/>
          </a:xfrm>
        </p:grpSpPr>
        <p:sp>
          <p:nvSpPr>
            <p:cNvPr id="9927" name="Google Shape;9927;p5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55"/>
          <p:cNvGrpSpPr/>
          <p:nvPr/>
        </p:nvGrpSpPr>
        <p:grpSpPr>
          <a:xfrm>
            <a:off x="8054060" y="3611698"/>
            <a:ext cx="266334" cy="353834"/>
            <a:chOff x="8054060" y="3787098"/>
            <a:chExt cx="266334" cy="353834"/>
          </a:xfrm>
        </p:grpSpPr>
        <p:sp>
          <p:nvSpPr>
            <p:cNvPr id="9934" name="Google Shape;9934;p5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55"/>
          <p:cNvGrpSpPr/>
          <p:nvPr/>
        </p:nvGrpSpPr>
        <p:grpSpPr>
          <a:xfrm>
            <a:off x="6702211" y="3607199"/>
            <a:ext cx="270104" cy="361754"/>
            <a:chOff x="6702211" y="3782599"/>
            <a:chExt cx="270104" cy="361754"/>
          </a:xfrm>
        </p:grpSpPr>
        <p:sp>
          <p:nvSpPr>
            <p:cNvPr id="9939" name="Google Shape;9939;p5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55"/>
          <p:cNvGrpSpPr/>
          <p:nvPr/>
        </p:nvGrpSpPr>
        <p:grpSpPr>
          <a:xfrm>
            <a:off x="3516886" y="3263327"/>
            <a:ext cx="391854" cy="269922"/>
            <a:chOff x="3516850" y="3406526"/>
            <a:chExt cx="369674" cy="254644"/>
          </a:xfrm>
        </p:grpSpPr>
        <p:sp>
          <p:nvSpPr>
            <p:cNvPr id="9945" name="Google Shape;9945;p5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55"/>
          <p:cNvGrpSpPr/>
          <p:nvPr/>
        </p:nvGrpSpPr>
        <p:grpSpPr>
          <a:xfrm>
            <a:off x="1310655" y="3185127"/>
            <a:ext cx="306314" cy="347403"/>
            <a:chOff x="1310655" y="3360527"/>
            <a:chExt cx="306314" cy="347403"/>
          </a:xfrm>
        </p:grpSpPr>
        <p:sp>
          <p:nvSpPr>
            <p:cNvPr id="9950" name="Google Shape;9950;p5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55"/>
          <p:cNvGrpSpPr/>
          <p:nvPr/>
        </p:nvGrpSpPr>
        <p:grpSpPr>
          <a:xfrm>
            <a:off x="3119678" y="3184746"/>
            <a:ext cx="269343" cy="348543"/>
            <a:chOff x="3119678" y="3360146"/>
            <a:chExt cx="269343" cy="348543"/>
          </a:xfrm>
        </p:grpSpPr>
        <p:sp>
          <p:nvSpPr>
            <p:cNvPr id="9956" name="Google Shape;9956;p5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55"/>
          <p:cNvGrpSpPr/>
          <p:nvPr/>
        </p:nvGrpSpPr>
        <p:grpSpPr>
          <a:xfrm>
            <a:off x="3967213" y="3181547"/>
            <a:ext cx="368185" cy="354753"/>
            <a:chOff x="3967213" y="3356947"/>
            <a:chExt cx="368185" cy="354753"/>
          </a:xfrm>
        </p:grpSpPr>
        <p:sp>
          <p:nvSpPr>
            <p:cNvPr id="9964" name="Google Shape;9964;p5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55"/>
          <p:cNvGrpSpPr/>
          <p:nvPr/>
        </p:nvGrpSpPr>
        <p:grpSpPr>
          <a:xfrm>
            <a:off x="871254" y="3184746"/>
            <a:ext cx="285183" cy="347023"/>
            <a:chOff x="871254" y="3360146"/>
            <a:chExt cx="285183" cy="347023"/>
          </a:xfrm>
        </p:grpSpPr>
        <p:sp>
          <p:nvSpPr>
            <p:cNvPr id="9970" name="Google Shape;9970;p5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55"/>
          <p:cNvGrpSpPr/>
          <p:nvPr/>
        </p:nvGrpSpPr>
        <p:grpSpPr>
          <a:xfrm>
            <a:off x="2665165" y="3184746"/>
            <a:ext cx="281794" cy="349684"/>
            <a:chOff x="2665165" y="3360146"/>
            <a:chExt cx="281794" cy="349684"/>
          </a:xfrm>
        </p:grpSpPr>
        <p:sp>
          <p:nvSpPr>
            <p:cNvPr id="9975" name="Google Shape;9975;p5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55"/>
          <p:cNvGrpSpPr/>
          <p:nvPr/>
        </p:nvGrpSpPr>
        <p:grpSpPr>
          <a:xfrm>
            <a:off x="7156344" y="3172296"/>
            <a:ext cx="264465" cy="353074"/>
            <a:chOff x="7156344" y="3347696"/>
            <a:chExt cx="264465" cy="353074"/>
          </a:xfrm>
        </p:grpSpPr>
        <p:sp>
          <p:nvSpPr>
            <p:cNvPr id="9981" name="Google Shape;9981;p5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55"/>
          <p:cNvGrpSpPr/>
          <p:nvPr/>
        </p:nvGrpSpPr>
        <p:grpSpPr>
          <a:xfrm>
            <a:off x="6703732" y="3171536"/>
            <a:ext cx="264813" cy="352693"/>
            <a:chOff x="6703732" y="3346936"/>
            <a:chExt cx="264813" cy="352693"/>
          </a:xfrm>
        </p:grpSpPr>
        <p:sp>
          <p:nvSpPr>
            <p:cNvPr id="9987" name="Google Shape;9987;p5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55"/>
          <p:cNvGrpSpPr/>
          <p:nvPr/>
        </p:nvGrpSpPr>
        <p:grpSpPr>
          <a:xfrm>
            <a:off x="6252228" y="3171536"/>
            <a:ext cx="265193" cy="352693"/>
            <a:chOff x="6252228" y="3346936"/>
            <a:chExt cx="265193" cy="352693"/>
          </a:xfrm>
        </p:grpSpPr>
        <p:sp>
          <p:nvSpPr>
            <p:cNvPr id="9993" name="Google Shape;9993;p5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55"/>
          <p:cNvGrpSpPr/>
          <p:nvPr/>
        </p:nvGrpSpPr>
        <p:grpSpPr>
          <a:xfrm>
            <a:off x="5801105" y="3172296"/>
            <a:ext cx="264813" cy="351933"/>
            <a:chOff x="5801105" y="3347696"/>
            <a:chExt cx="264813" cy="351933"/>
          </a:xfrm>
        </p:grpSpPr>
        <p:sp>
          <p:nvSpPr>
            <p:cNvPr id="9997" name="Google Shape;9997;p5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55"/>
          <p:cNvGrpSpPr/>
          <p:nvPr/>
        </p:nvGrpSpPr>
        <p:grpSpPr>
          <a:xfrm>
            <a:off x="5349253" y="3171536"/>
            <a:ext cx="265922" cy="352693"/>
            <a:chOff x="5349253" y="3346936"/>
            <a:chExt cx="265922" cy="352693"/>
          </a:xfrm>
        </p:grpSpPr>
        <p:sp>
          <p:nvSpPr>
            <p:cNvPr id="10002" name="Google Shape;10002;p5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55"/>
          <p:cNvGrpSpPr/>
          <p:nvPr/>
        </p:nvGrpSpPr>
        <p:grpSpPr>
          <a:xfrm>
            <a:off x="4907159" y="3171536"/>
            <a:ext cx="264845" cy="354214"/>
            <a:chOff x="4907159" y="3346936"/>
            <a:chExt cx="264845" cy="354214"/>
          </a:xfrm>
        </p:grpSpPr>
        <p:sp>
          <p:nvSpPr>
            <p:cNvPr id="10009" name="Google Shape;10009;p5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55"/>
          <p:cNvGrpSpPr/>
          <p:nvPr/>
        </p:nvGrpSpPr>
        <p:grpSpPr>
          <a:xfrm>
            <a:off x="8048421" y="3159086"/>
            <a:ext cx="276503" cy="369674"/>
            <a:chOff x="8048421" y="3334486"/>
            <a:chExt cx="276503" cy="369674"/>
          </a:xfrm>
        </p:grpSpPr>
        <p:sp>
          <p:nvSpPr>
            <p:cNvPr id="10012" name="Google Shape;10012;p5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55"/>
          <p:cNvGrpSpPr/>
          <p:nvPr/>
        </p:nvGrpSpPr>
        <p:grpSpPr>
          <a:xfrm>
            <a:off x="7575787" y="3154555"/>
            <a:ext cx="295384" cy="376834"/>
            <a:chOff x="7575787" y="3329955"/>
            <a:chExt cx="295384" cy="376834"/>
          </a:xfrm>
        </p:grpSpPr>
        <p:sp>
          <p:nvSpPr>
            <p:cNvPr id="10019" name="Google Shape;10019;p5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55"/>
          <p:cNvGrpSpPr/>
          <p:nvPr/>
        </p:nvGrpSpPr>
        <p:grpSpPr>
          <a:xfrm>
            <a:off x="864062" y="2709103"/>
            <a:ext cx="264084" cy="347783"/>
            <a:chOff x="864062" y="2884503"/>
            <a:chExt cx="264084" cy="347783"/>
          </a:xfrm>
        </p:grpSpPr>
        <p:sp>
          <p:nvSpPr>
            <p:cNvPr id="10026" name="Google Shape;10026;p5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55"/>
          <p:cNvGrpSpPr/>
          <p:nvPr/>
        </p:nvGrpSpPr>
        <p:grpSpPr>
          <a:xfrm>
            <a:off x="3978523" y="2709261"/>
            <a:ext cx="348955" cy="346516"/>
            <a:chOff x="3978523" y="2884661"/>
            <a:chExt cx="348955" cy="346516"/>
          </a:xfrm>
        </p:grpSpPr>
        <p:sp>
          <p:nvSpPr>
            <p:cNvPr id="10037" name="Google Shape;10037;p5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55"/>
          <p:cNvGrpSpPr/>
          <p:nvPr/>
        </p:nvGrpSpPr>
        <p:grpSpPr>
          <a:xfrm>
            <a:off x="3556255" y="2709863"/>
            <a:ext cx="347435" cy="345534"/>
            <a:chOff x="3527780" y="2885263"/>
            <a:chExt cx="347435" cy="345534"/>
          </a:xfrm>
        </p:grpSpPr>
        <p:sp>
          <p:nvSpPr>
            <p:cNvPr id="10046" name="Google Shape;10046;p5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55"/>
          <p:cNvGrpSpPr/>
          <p:nvPr/>
        </p:nvGrpSpPr>
        <p:grpSpPr>
          <a:xfrm>
            <a:off x="2239671" y="2709103"/>
            <a:ext cx="218053" cy="348543"/>
            <a:chOff x="2239671" y="2884503"/>
            <a:chExt cx="218053" cy="348543"/>
          </a:xfrm>
        </p:grpSpPr>
        <p:sp>
          <p:nvSpPr>
            <p:cNvPr id="10070" name="Google Shape;10070;p5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55"/>
          <p:cNvGrpSpPr/>
          <p:nvPr/>
        </p:nvGrpSpPr>
        <p:grpSpPr>
          <a:xfrm>
            <a:off x="2691555" y="2709103"/>
            <a:ext cx="215044" cy="348924"/>
            <a:chOff x="2691555" y="2884503"/>
            <a:chExt cx="215044" cy="348924"/>
          </a:xfrm>
        </p:grpSpPr>
        <p:sp>
          <p:nvSpPr>
            <p:cNvPr id="10076" name="Google Shape;10076;p5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55"/>
          <p:cNvGrpSpPr/>
          <p:nvPr/>
        </p:nvGrpSpPr>
        <p:grpSpPr>
          <a:xfrm>
            <a:off x="1770459" y="2709103"/>
            <a:ext cx="254644" cy="348828"/>
            <a:chOff x="1770459" y="2884503"/>
            <a:chExt cx="254644" cy="348828"/>
          </a:xfrm>
        </p:grpSpPr>
        <p:sp>
          <p:nvSpPr>
            <p:cNvPr id="10080" name="Google Shape;10080;p5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55"/>
          <p:cNvGrpSpPr/>
          <p:nvPr/>
        </p:nvGrpSpPr>
        <p:grpSpPr>
          <a:xfrm>
            <a:off x="1317466" y="2709483"/>
            <a:ext cx="258382" cy="348543"/>
            <a:chOff x="1317466" y="2884883"/>
            <a:chExt cx="258382" cy="348543"/>
          </a:xfrm>
        </p:grpSpPr>
        <p:sp>
          <p:nvSpPr>
            <p:cNvPr id="10089" name="Google Shape;10089;p5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55"/>
          <p:cNvGrpSpPr/>
          <p:nvPr/>
        </p:nvGrpSpPr>
        <p:grpSpPr>
          <a:xfrm>
            <a:off x="3121167" y="2709483"/>
            <a:ext cx="258414" cy="348543"/>
            <a:chOff x="3121167" y="2884883"/>
            <a:chExt cx="258414" cy="348543"/>
          </a:xfrm>
        </p:grpSpPr>
        <p:sp>
          <p:nvSpPr>
            <p:cNvPr id="10098" name="Google Shape;10098;p5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55"/>
          <p:cNvGrpSpPr/>
          <p:nvPr/>
        </p:nvGrpSpPr>
        <p:grpSpPr>
          <a:xfrm>
            <a:off x="4899999" y="2706695"/>
            <a:ext cx="271244" cy="346801"/>
            <a:chOff x="4899999" y="2882095"/>
            <a:chExt cx="271244" cy="346801"/>
          </a:xfrm>
        </p:grpSpPr>
        <p:sp>
          <p:nvSpPr>
            <p:cNvPr id="10107" name="Google Shape;10107;p5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55"/>
          <p:cNvGrpSpPr/>
          <p:nvPr/>
        </p:nvGrpSpPr>
        <p:grpSpPr>
          <a:xfrm>
            <a:off x="7162775" y="2705713"/>
            <a:ext cx="259523" cy="346294"/>
            <a:chOff x="7162775" y="2881113"/>
            <a:chExt cx="259523" cy="346294"/>
          </a:xfrm>
        </p:grpSpPr>
        <p:sp>
          <p:nvSpPr>
            <p:cNvPr id="10118" name="Google Shape;10118;p5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55"/>
          <p:cNvGrpSpPr/>
          <p:nvPr/>
        </p:nvGrpSpPr>
        <p:grpSpPr>
          <a:xfrm>
            <a:off x="6709751" y="2706442"/>
            <a:ext cx="261075" cy="347815"/>
            <a:chOff x="6709751" y="2881842"/>
            <a:chExt cx="261075" cy="347815"/>
          </a:xfrm>
        </p:grpSpPr>
        <p:sp>
          <p:nvSpPr>
            <p:cNvPr id="10125" name="Google Shape;10125;p5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55"/>
          <p:cNvGrpSpPr/>
          <p:nvPr/>
        </p:nvGrpSpPr>
        <p:grpSpPr>
          <a:xfrm>
            <a:off x="5807156" y="2705713"/>
            <a:ext cx="261043" cy="348163"/>
            <a:chOff x="5807156" y="2881113"/>
            <a:chExt cx="261043" cy="348163"/>
          </a:xfrm>
        </p:grpSpPr>
        <p:sp>
          <p:nvSpPr>
            <p:cNvPr id="10132" name="Google Shape;10132;p5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55"/>
          <p:cNvGrpSpPr/>
          <p:nvPr/>
        </p:nvGrpSpPr>
        <p:grpSpPr>
          <a:xfrm>
            <a:off x="5355653" y="2706093"/>
            <a:ext cx="262184" cy="346643"/>
            <a:chOff x="5355653" y="2881493"/>
            <a:chExt cx="262184" cy="346643"/>
          </a:xfrm>
        </p:grpSpPr>
        <p:sp>
          <p:nvSpPr>
            <p:cNvPr id="10138" name="Google Shape;10138;p5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55"/>
          <p:cNvGrpSpPr/>
          <p:nvPr/>
        </p:nvGrpSpPr>
        <p:grpSpPr>
          <a:xfrm>
            <a:off x="8055961" y="2706442"/>
            <a:ext cx="260283" cy="345914"/>
            <a:chOff x="8055961" y="2881842"/>
            <a:chExt cx="260283" cy="345914"/>
          </a:xfrm>
        </p:grpSpPr>
        <p:sp>
          <p:nvSpPr>
            <p:cNvPr id="10144" name="Google Shape;10144;p5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55"/>
          <p:cNvGrpSpPr/>
          <p:nvPr/>
        </p:nvGrpSpPr>
        <p:grpSpPr>
          <a:xfrm>
            <a:off x="7609368" y="2718512"/>
            <a:ext cx="264813" cy="353105"/>
            <a:chOff x="7609368" y="2893912"/>
            <a:chExt cx="264813" cy="353105"/>
          </a:xfrm>
        </p:grpSpPr>
        <p:sp>
          <p:nvSpPr>
            <p:cNvPr id="10149" name="Google Shape;10149;p5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55"/>
          <p:cNvGrpSpPr/>
          <p:nvPr/>
        </p:nvGrpSpPr>
        <p:grpSpPr>
          <a:xfrm>
            <a:off x="6248458" y="2694372"/>
            <a:ext cx="270864" cy="360645"/>
            <a:chOff x="6248458" y="2869772"/>
            <a:chExt cx="270864" cy="360645"/>
          </a:xfrm>
        </p:grpSpPr>
        <p:sp>
          <p:nvSpPr>
            <p:cNvPr id="10156" name="Google Shape;10156;p5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55"/>
          <p:cNvGrpSpPr/>
          <p:nvPr/>
        </p:nvGrpSpPr>
        <p:grpSpPr>
          <a:xfrm>
            <a:off x="3075928" y="2270398"/>
            <a:ext cx="363243" cy="300675"/>
            <a:chOff x="3075928" y="2445798"/>
            <a:chExt cx="363243" cy="300675"/>
          </a:xfrm>
        </p:grpSpPr>
        <p:sp>
          <p:nvSpPr>
            <p:cNvPr id="10162" name="Google Shape;10162;p5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55"/>
          <p:cNvGrpSpPr/>
          <p:nvPr/>
        </p:nvGrpSpPr>
        <p:grpSpPr>
          <a:xfrm>
            <a:off x="2633105" y="2256459"/>
            <a:ext cx="363243" cy="328585"/>
            <a:chOff x="2633105" y="2431859"/>
            <a:chExt cx="363243" cy="328585"/>
          </a:xfrm>
        </p:grpSpPr>
        <p:sp>
          <p:nvSpPr>
            <p:cNvPr id="10174" name="Google Shape;10174;p5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55"/>
          <p:cNvGrpSpPr/>
          <p:nvPr/>
        </p:nvGrpSpPr>
        <p:grpSpPr>
          <a:xfrm>
            <a:off x="2189142" y="2245910"/>
            <a:ext cx="365904" cy="350064"/>
            <a:chOff x="2189142" y="2421310"/>
            <a:chExt cx="365904" cy="350064"/>
          </a:xfrm>
        </p:grpSpPr>
        <p:sp>
          <p:nvSpPr>
            <p:cNvPr id="10183" name="Google Shape;10183;p5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2" name="Google Shape;10192;p55"/>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3" name="Google Shape;10193;p55"/>
          <p:cNvGrpSpPr/>
          <p:nvPr/>
        </p:nvGrpSpPr>
        <p:grpSpPr>
          <a:xfrm>
            <a:off x="3961923" y="2310917"/>
            <a:ext cx="364415" cy="220936"/>
            <a:chOff x="3961923" y="2486317"/>
            <a:chExt cx="364415" cy="220936"/>
          </a:xfrm>
        </p:grpSpPr>
        <p:sp>
          <p:nvSpPr>
            <p:cNvPr id="10194" name="Google Shape;10194;p5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8" name="Google Shape;10198;p55"/>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9" name="Google Shape;10199;p55"/>
          <p:cNvGrpSpPr/>
          <p:nvPr/>
        </p:nvGrpSpPr>
        <p:grpSpPr>
          <a:xfrm>
            <a:off x="1303876" y="2243977"/>
            <a:ext cx="363275" cy="354626"/>
            <a:chOff x="1303876" y="2419377"/>
            <a:chExt cx="363275" cy="354626"/>
          </a:xfrm>
        </p:grpSpPr>
        <p:sp>
          <p:nvSpPr>
            <p:cNvPr id="10200" name="Google Shape;10200;p5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55"/>
          <p:cNvGrpSpPr/>
          <p:nvPr/>
        </p:nvGrpSpPr>
        <p:grpSpPr>
          <a:xfrm>
            <a:off x="861053" y="2239510"/>
            <a:ext cx="362134" cy="363623"/>
            <a:chOff x="861053" y="2414910"/>
            <a:chExt cx="362134" cy="363623"/>
          </a:xfrm>
        </p:grpSpPr>
        <p:sp>
          <p:nvSpPr>
            <p:cNvPr id="10209" name="Google Shape;10209;p5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55"/>
          <p:cNvGrpSpPr/>
          <p:nvPr/>
        </p:nvGrpSpPr>
        <p:grpSpPr>
          <a:xfrm>
            <a:off x="7594288" y="2239859"/>
            <a:ext cx="279513" cy="355735"/>
            <a:chOff x="7594288" y="2415259"/>
            <a:chExt cx="279513" cy="355735"/>
          </a:xfrm>
        </p:grpSpPr>
        <p:sp>
          <p:nvSpPr>
            <p:cNvPr id="10215" name="Google Shape;10215;p5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55"/>
          <p:cNvGrpSpPr/>
          <p:nvPr/>
        </p:nvGrpSpPr>
        <p:grpSpPr>
          <a:xfrm>
            <a:off x="7145794" y="2240239"/>
            <a:ext cx="278784" cy="355735"/>
            <a:chOff x="7145794" y="2415639"/>
            <a:chExt cx="278784" cy="355735"/>
          </a:xfrm>
        </p:grpSpPr>
        <p:sp>
          <p:nvSpPr>
            <p:cNvPr id="10222" name="Google Shape;10222;p5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55"/>
          <p:cNvGrpSpPr/>
          <p:nvPr/>
        </p:nvGrpSpPr>
        <p:grpSpPr>
          <a:xfrm>
            <a:off x="6698441" y="2239130"/>
            <a:ext cx="277644" cy="357984"/>
            <a:chOff x="6698441" y="2414530"/>
            <a:chExt cx="277644" cy="357984"/>
          </a:xfrm>
        </p:grpSpPr>
        <p:sp>
          <p:nvSpPr>
            <p:cNvPr id="10233" name="Google Shape;10233;p5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55"/>
          <p:cNvGrpSpPr/>
          <p:nvPr/>
        </p:nvGrpSpPr>
        <p:grpSpPr>
          <a:xfrm>
            <a:off x="4897750" y="2240239"/>
            <a:ext cx="279513" cy="357255"/>
            <a:chOff x="4897750" y="2415639"/>
            <a:chExt cx="279513" cy="357255"/>
          </a:xfrm>
        </p:grpSpPr>
        <p:sp>
          <p:nvSpPr>
            <p:cNvPr id="10240" name="Google Shape;10240;p5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55"/>
          <p:cNvGrpSpPr/>
          <p:nvPr/>
        </p:nvGrpSpPr>
        <p:grpSpPr>
          <a:xfrm>
            <a:off x="5812066" y="2240619"/>
            <a:ext cx="264813" cy="353454"/>
            <a:chOff x="5812066" y="2416019"/>
            <a:chExt cx="264813" cy="353454"/>
          </a:xfrm>
        </p:grpSpPr>
        <p:sp>
          <p:nvSpPr>
            <p:cNvPr id="10249" name="Google Shape;10249;p5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55"/>
          <p:cNvGrpSpPr/>
          <p:nvPr/>
        </p:nvGrpSpPr>
        <p:grpSpPr>
          <a:xfrm>
            <a:off x="8054820" y="2240999"/>
            <a:ext cx="264433" cy="353454"/>
            <a:chOff x="8054820" y="2416399"/>
            <a:chExt cx="264433" cy="353454"/>
          </a:xfrm>
        </p:grpSpPr>
        <p:sp>
          <p:nvSpPr>
            <p:cNvPr id="10257" name="Google Shape;10257;p5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55"/>
          <p:cNvGrpSpPr/>
          <p:nvPr/>
        </p:nvGrpSpPr>
        <p:grpSpPr>
          <a:xfrm>
            <a:off x="5356413" y="2237990"/>
            <a:ext cx="271212" cy="361374"/>
            <a:chOff x="5356413" y="2413390"/>
            <a:chExt cx="271212" cy="361374"/>
          </a:xfrm>
        </p:grpSpPr>
        <p:sp>
          <p:nvSpPr>
            <p:cNvPr id="10264" name="Google Shape;10264;p5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55"/>
          <p:cNvGrpSpPr/>
          <p:nvPr/>
        </p:nvGrpSpPr>
        <p:grpSpPr>
          <a:xfrm>
            <a:off x="6255238" y="2236849"/>
            <a:ext cx="271244" cy="360994"/>
            <a:chOff x="6255238" y="2412249"/>
            <a:chExt cx="271244" cy="360994"/>
          </a:xfrm>
        </p:grpSpPr>
        <p:sp>
          <p:nvSpPr>
            <p:cNvPr id="10270" name="Google Shape;10270;p5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55"/>
          <p:cNvGrpSpPr/>
          <p:nvPr/>
        </p:nvGrpSpPr>
        <p:grpSpPr>
          <a:xfrm>
            <a:off x="2185372" y="1782399"/>
            <a:ext cx="366664" cy="366981"/>
            <a:chOff x="2185372" y="1957799"/>
            <a:chExt cx="366664" cy="366981"/>
          </a:xfrm>
        </p:grpSpPr>
        <p:sp>
          <p:nvSpPr>
            <p:cNvPr id="10277" name="Google Shape;10277;p5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55"/>
          <p:cNvGrpSpPr/>
          <p:nvPr/>
        </p:nvGrpSpPr>
        <p:grpSpPr>
          <a:xfrm>
            <a:off x="1737258" y="1812971"/>
            <a:ext cx="370814" cy="307359"/>
            <a:chOff x="1737258" y="1988371"/>
            <a:chExt cx="370814" cy="307359"/>
          </a:xfrm>
        </p:grpSpPr>
        <p:sp>
          <p:nvSpPr>
            <p:cNvPr id="10286" name="Google Shape;10286;p5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55"/>
          <p:cNvGrpSpPr/>
          <p:nvPr/>
        </p:nvGrpSpPr>
        <p:grpSpPr>
          <a:xfrm>
            <a:off x="848983" y="1814111"/>
            <a:ext cx="369294" cy="304350"/>
            <a:chOff x="848983" y="1989511"/>
            <a:chExt cx="369294" cy="304350"/>
          </a:xfrm>
        </p:grpSpPr>
        <p:sp>
          <p:nvSpPr>
            <p:cNvPr id="10291" name="Google Shape;10291;p5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55"/>
          <p:cNvGrpSpPr/>
          <p:nvPr/>
        </p:nvGrpSpPr>
        <p:grpSpPr>
          <a:xfrm>
            <a:off x="3074027" y="1808377"/>
            <a:ext cx="380604" cy="313854"/>
            <a:chOff x="3074027" y="1983777"/>
            <a:chExt cx="380604" cy="313854"/>
          </a:xfrm>
        </p:grpSpPr>
        <p:sp>
          <p:nvSpPr>
            <p:cNvPr id="10297" name="Google Shape;10297;p5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55"/>
          <p:cNvGrpSpPr/>
          <p:nvPr/>
        </p:nvGrpSpPr>
        <p:grpSpPr>
          <a:xfrm>
            <a:off x="3522521" y="1800457"/>
            <a:ext cx="367013" cy="331278"/>
            <a:chOff x="3522521" y="1975857"/>
            <a:chExt cx="367013" cy="331278"/>
          </a:xfrm>
        </p:grpSpPr>
        <p:sp>
          <p:nvSpPr>
            <p:cNvPr id="10303" name="Google Shape;10303;p5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55"/>
          <p:cNvGrpSpPr/>
          <p:nvPr/>
        </p:nvGrpSpPr>
        <p:grpSpPr>
          <a:xfrm>
            <a:off x="2630824" y="1801566"/>
            <a:ext cx="368185" cy="330454"/>
            <a:chOff x="2630824" y="1976966"/>
            <a:chExt cx="368185" cy="330454"/>
          </a:xfrm>
        </p:grpSpPr>
        <p:sp>
          <p:nvSpPr>
            <p:cNvPr id="10311" name="Google Shape;10311;p5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55"/>
          <p:cNvGrpSpPr/>
          <p:nvPr/>
        </p:nvGrpSpPr>
        <p:grpSpPr>
          <a:xfrm>
            <a:off x="1293706" y="1791016"/>
            <a:ext cx="369294" cy="350444"/>
            <a:chOff x="1293706" y="1966416"/>
            <a:chExt cx="369294" cy="350444"/>
          </a:xfrm>
        </p:grpSpPr>
        <p:sp>
          <p:nvSpPr>
            <p:cNvPr id="10320" name="Google Shape;10320;p5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55"/>
          <p:cNvGrpSpPr/>
          <p:nvPr/>
        </p:nvGrpSpPr>
        <p:grpSpPr>
          <a:xfrm>
            <a:off x="3967213" y="1800077"/>
            <a:ext cx="368185" cy="331816"/>
            <a:chOff x="3967213" y="1975477"/>
            <a:chExt cx="368185" cy="331816"/>
          </a:xfrm>
        </p:grpSpPr>
        <p:sp>
          <p:nvSpPr>
            <p:cNvPr id="10329" name="Google Shape;10329;p5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55"/>
          <p:cNvGrpSpPr/>
          <p:nvPr/>
        </p:nvGrpSpPr>
        <p:grpSpPr>
          <a:xfrm>
            <a:off x="8047661" y="1793646"/>
            <a:ext cx="279132" cy="356875"/>
            <a:chOff x="8047661" y="1969046"/>
            <a:chExt cx="279132" cy="356875"/>
          </a:xfrm>
        </p:grpSpPr>
        <p:sp>
          <p:nvSpPr>
            <p:cNvPr id="10333" name="Google Shape;10333;p5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55"/>
          <p:cNvGrpSpPr/>
          <p:nvPr/>
        </p:nvGrpSpPr>
        <p:grpSpPr>
          <a:xfrm>
            <a:off x="7596157" y="1792759"/>
            <a:ext cx="279544" cy="358142"/>
            <a:chOff x="7596157" y="1968159"/>
            <a:chExt cx="279544" cy="358142"/>
          </a:xfrm>
        </p:grpSpPr>
        <p:sp>
          <p:nvSpPr>
            <p:cNvPr id="10338" name="Google Shape;10338;p5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55"/>
          <p:cNvGrpSpPr/>
          <p:nvPr/>
        </p:nvGrpSpPr>
        <p:grpSpPr>
          <a:xfrm>
            <a:off x="7147315" y="1793646"/>
            <a:ext cx="279513" cy="357636"/>
            <a:chOff x="7147315" y="1969046"/>
            <a:chExt cx="279513" cy="357636"/>
          </a:xfrm>
        </p:grpSpPr>
        <p:sp>
          <p:nvSpPr>
            <p:cNvPr id="10345" name="Google Shape;10345;p5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55"/>
          <p:cNvGrpSpPr/>
          <p:nvPr/>
        </p:nvGrpSpPr>
        <p:grpSpPr>
          <a:xfrm>
            <a:off x="6697681" y="1792917"/>
            <a:ext cx="280305" cy="359093"/>
            <a:chOff x="6697681" y="1968317"/>
            <a:chExt cx="280305" cy="359093"/>
          </a:xfrm>
        </p:grpSpPr>
        <p:sp>
          <p:nvSpPr>
            <p:cNvPr id="10353" name="Google Shape;10353;p5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55"/>
          <p:cNvGrpSpPr/>
          <p:nvPr/>
        </p:nvGrpSpPr>
        <p:grpSpPr>
          <a:xfrm>
            <a:off x="6248839" y="1792537"/>
            <a:ext cx="280273" cy="358744"/>
            <a:chOff x="6248839" y="1967937"/>
            <a:chExt cx="280273" cy="358744"/>
          </a:xfrm>
        </p:grpSpPr>
        <p:sp>
          <p:nvSpPr>
            <p:cNvPr id="10361" name="Google Shape;10361;p5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55"/>
          <p:cNvGrpSpPr/>
          <p:nvPr/>
        </p:nvGrpSpPr>
        <p:grpSpPr>
          <a:xfrm>
            <a:off x="5801485" y="1793646"/>
            <a:ext cx="279164" cy="357794"/>
            <a:chOff x="5801485" y="1969046"/>
            <a:chExt cx="279164" cy="357794"/>
          </a:xfrm>
        </p:grpSpPr>
        <p:sp>
          <p:nvSpPr>
            <p:cNvPr id="10368" name="Google Shape;10368;p5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55"/>
          <p:cNvGrpSpPr/>
          <p:nvPr/>
        </p:nvGrpSpPr>
        <p:grpSpPr>
          <a:xfrm>
            <a:off x="5352643" y="1793646"/>
            <a:ext cx="278404" cy="358364"/>
            <a:chOff x="5352643" y="1969046"/>
            <a:chExt cx="278404" cy="358364"/>
          </a:xfrm>
        </p:grpSpPr>
        <p:sp>
          <p:nvSpPr>
            <p:cNvPr id="10382" name="Google Shape;10382;p5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55"/>
          <p:cNvGrpSpPr/>
          <p:nvPr/>
        </p:nvGrpSpPr>
        <p:grpSpPr>
          <a:xfrm>
            <a:off x="4897750" y="1792917"/>
            <a:ext cx="279132" cy="358364"/>
            <a:chOff x="4897750" y="1968317"/>
            <a:chExt cx="279132" cy="358364"/>
          </a:xfrm>
        </p:grpSpPr>
        <p:sp>
          <p:nvSpPr>
            <p:cNvPr id="10387" name="Google Shape;10387;p5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0" name="Google Shape;10400;p55"/>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1" name="Google Shape;10401;p55"/>
          <p:cNvGrpSpPr/>
          <p:nvPr/>
        </p:nvGrpSpPr>
        <p:grpSpPr>
          <a:xfrm>
            <a:off x="1767449" y="1337644"/>
            <a:ext cx="324403" cy="347783"/>
            <a:chOff x="1767449" y="1513044"/>
            <a:chExt cx="324403" cy="347783"/>
          </a:xfrm>
        </p:grpSpPr>
        <p:sp>
          <p:nvSpPr>
            <p:cNvPr id="10402" name="Google Shape;10402;p5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55"/>
          <p:cNvGrpSpPr/>
          <p:nvPr/>
        </p:nvGrpSpPr>
        <p:grpSpPr>
          <a:xfrm>
            <a:off x="4007193" y="1337327"/>
            <a:ext cx="320633" cy="348100"/>
            <a:chOff x="4007193" y="1512727"/>
            <a:chExt cx="320633" cy="348100"/>
          </a:xfrm>
        </p:grpSpPr>
        <p:sp>
          <p:nvSpPr>
            <p:cNvPr id="10412" name="Google Shape;10412;p5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55"/>
          <p:cNvGrpSpPr/>
          <p:nvPr/>
        </p:nvGrpSpPr>
        <p:grpSpPr>
          <a:xfrm>
            <a:off x="3530425" y="1333347"/>
            <a:ext cx="368175" cy="344594"/>
            <a:chOff x="3530425" y="1508747"/>
            <a:chExt cx="368175" cy="344594"/>
          </a:xfrm>
        </p:grpSpPr>
        <p:sp>
          <p:nvSpPr>
            <p:cNvPr id="10418" name="Google Shape;10418;p5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55"/>
          <p:cNvGrpSpPr/>
          <p:nvPr/>
        </p:nvGrpSpPr>
        <p:grpSpPr>
          <a:xfrm>
            <a:off x="3127598" y="1337834"/>
            <a:ext cx="289714" cy="347593"/>
            <a:chOff x="3127598" y="1513234"/>
            <a:chExt cx="289714" cy="347593"/>
          </a:xfrm>
        </p:grpSpPr>
        <p:sp>
          <p:nvSpPr>
            <p:cNvPr id="10423" name="Google Shape;10423;p5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55"/>
          <p:cNvGrpSpPr/>
          <p:nvPr/>
        </p:nvGrpSpPr>
        <p:grpSpPr>
          <a:xfrm>
            <a:off x="2662884" y="1337644"/>
            <a:ext cx="322914" cy="348543"/>
            <a:chOff x="2662884" y="1513044"/>
            <a:chExt cx="322914" cy="348543"/>
          </a:xfrm>
        </p:grpSpPr>
        <p:sp>
          <p:nvSpPr>
            <p:cNvPr id="10429" name="Google Shape;10429;p5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55"/>
          <p:cNvGrpSpPr/>
          <p:nvPr/>
        </p:nvGrpSpPr>
        <p:grpSpPr>
          <a:xfrm>
            <a:off x="2232511" y="1337359"/>
            <a:ext cx="299534" cy="348068"/>
            <a:chOff x="2232511" y="1512759"/>
            <a:chExt cx="299534" cy="348068"/>
          </a:xfrm>
        </p:grpSpPr>
        <p:sp>
          <p:nvSpPr>
            <p:cNvPr id="10440" name="Google Shape;10440;p5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55"/>
          <p:cNvGrpSpPr/>
          <p:nvPr/>
        </p:nvGrpSpPr>
        <p:grpSpPr>
          <a:xfrm>
            <a:off x="1331406" y="1337961"/>
            <a:ext cx="301784" cy="348607"/>
            <a:chOff x="1331406" y="1513361"/>
            <a:chExt cx="301784" cy="348607"/>
          </a:xfrm>
        </p:grpSpPr>
        <p:sp>
          <p:nvSpPr>
            <p:cNvPr id="10452" name="Google Shape;10452;p5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55"/>
          <p:cNvGrpSpPr/>
          <p:nvPr/>
        </p:nvGrpSpPr>
        <p:grpSpPr>
          <a:xfrm>
            <a:off x="7144274" y="1324814"/>
            <a:ext cx="282174" cy="355735"/>
            <a:chOff x="7144274" y="1500214"/>
            <a:chExt cx="282174" cy="355735"/>
          </a:xfrm>
        </p:grpSpPr>
        <p:sp>
          <p:nvSpPr>
            <p:cNvPr id="10457" name="Google Shape;10457;p5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55"/>
          <p:cNvGrpSpPr/>
          <p:nvPr/>
        </p:nvGrpSpPr>
        <p:grpSpPr>
          <a:xfrm>
            <a:off x="6685262" y="1324814"/>
            <a:ext cx="289682" cy="354594"/>
            <a:chOff x="6685262" y="1500214"/>
            <a:chExt cx="289682" cy="354594"/>
          </a:xfrm>
        </p:grpSpPr>
        <p:sp>
          <p:nvSpPr>
            <p:cNvPr id="10464" name="Google Shape;10464;p5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55"/>
          <p:cNvGrpSpPr/>
          <p:nvPr/>
        </p:nvGrpSpPr>
        <p:grpSpPr>
          <a:xfrm>
            <a:off x="6200938" y="1325194"/>
            <a:ext cx="322154" cy="355355"/>
            <a:chOff x="6200938" y="1500594"/>
            <a:chExt cx="322154" cy="355355"/>
          </a:xfrm>
        </p:grpSpPr>
        <p:sp>
          <p:nvSpPr>
            <p:cNvPr id="10469" name="Google Shape;10469;p5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55"/>
          <p:cNvGrpSpPr/>
          <p:nvPr/>
        </p:nvGrpSpPr>
        <p:grpSpPr>
          <a:xfrm>
            <a:off x="5289631" y="1324814"/>
            <a:ext cx="332355" cy="354974"/>
            <a:chOff x="5289631" y="1500214"/>
            <a:chExt cx="332355" cy="354974"/>
          </a:xfrm>
        </p:grpSpPr>
        <p:sp>
          <p:nvSpPr>
            <p:cNvPr id="10475" name="Google Shape;10475;p5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55"/>
          <p:cNvGrpSpPr/>
          <p:nvPr/>
        </p:nvGrpSpPr>
        <p:grpSpPr>
          <a:xfrm>
            <a:off x="5748295" y="1324433"/>
            <a:ext cx="323294" cy="356115"/>
            <a:chOff x="5748295" y="1499833"/>
            <a:chExt cx="323294" cy="356115"/>
          </a:xfrm>
        </p:grpSpPr>
        <p:sp>
          <p:nvSpPr>
            <p:cNvPr id="10482" name="Google Shape;10482;p5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55"/>
          <p:cNvGrpSpPr/>
          <p:nvPr/>
        </p:nvGrpSpPr>
        <p:grpSpPr>
          <a:xfrm>
            <a:off x="8047661" y="1325637"/>
            <a:ext cx="278404" cy="355260"/>
            <a:chOff x="8047661" y="1501037"/>
            <a:chExt cx="278404" cy="355260"/>
          </a:xfrm>
        </p:grpSpPr>
        <p:sp>
          <p:nvSpPr>
            <p:cNvPr id="10490" name="Google Shape;10490;p5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55"/>
          <p:cNvGrpSpPr/>
          <p:nvPr/>
        </p:nvGrpSpPr>
        <p:grpSpPr>
          <a:xfrm>
            <a:off x="4903389" y="1324814"/>
            <a:ext cx="267854" cy="355735"/>
            <a:chOff x="4903389" y="1500214"/>
            <a:chExt cx="267854" cy="355735"/>
          </a:xfrm>
        </p:grpSpPr>
        <p:sp>
          <p:nvSpPr>
            <p:cNvPr id="10495" name="Google Shape;10495;p5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55"/>
          <p:cNvGrpSpPr/>
          <p:nvPr/>
        </p:nvGrpSpPr>
        <p:grpSpPr>
          <a:xfrm>
            <a:off x="7613518" y="1325954"/>
            <a:ext cx="264433" cy="353074"/>
            <a:chOff x="7613518" y="1501354"/>
            <a:chExt cx="264433" cy="353074"/>
          </a:xfrm>
        </p:grpSpPr>
        <p:sp>
          <p:nvSpPr>
            <p:cNvPr id="10501" name="Google Shape;10501;p5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7" name="Google Shape;10507;p55"/>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508" name="Google Shape;10508;p55"/>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12" name="Shape 10512"/>
        <p:cNvGrpSpPr/>
        <p:nvPr/>
      </p:nvGrpSpPr>
      <p:grpSpPr>
        <a:xfrm>
          <a:off x="0" y="0"/>
          <a:ext cx="0" cy="0"/>
          <a:chOff x="0" y="0"/>
          <a:chExt cx="0" cy="0"/>
        </a:xfrm>
      </p:grpSpPr>
      <p:grpSp>
        <p:nvGrpSpPr>
          <p:cNvPr id="10513" name="Google Shape;10513;p56"/>
          <p:cNvGrpSpPr/>
          <p:nvPr/>
        </p:nvGrpSpPr>
        <p:grpSpPr>
          <a:xfrm>
            <a:off x="1757085" y="1325225"/>
            <a:ext cx="371069" cy="359396"/>
            <a:chOff x="1757085" y="1500675"/>
            <a:chExt cx="371069" cy="359396"/>
          </a:xfrm>
        </p:grpSpPr>
        <p:sp>
          <p:nvSpPr>
            <p:cNvPr id="10514" name="Google Shape;10514;p5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56"/>
          <p:cNvGrpSpPr/>
          <p:nvPr/>
        </p:nvGrpSpPr>
        <p:grpSpPr>
          <a:xfrm>
            <a:off x="2774209" y="1779241"/>
            <a:ext cx="116693" cy="374186"/>
            <a:chOff x="2774209" y="1954691"/>
            <a:chExt cx="116693" cy="374186"/>
          </a:xfrm>
        </p:grpSpPr>
        <p:sp>
          <p:nvSpPr>
            <p:cNvPr id="10544" name="Google Shape;10544;p5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56"/>
          <p:cNvGrpSpPr/>
          <p:nvPr/>
        </p:nvGrpSpPr>
        <p:grpSpPr>
          <a:xfrm>
            <a:off x="4017435" y="1324462"/>
            <a:ext cx="315092" cy="359397"/>
            <a:chOff x="4017435" y="1499912"/>
            <a:chExt cx="315092" cy="359397"/>
          </a:xfrm>
        </p:grpSpPr>
        <p:sp>
          <p:nvSpPr>
            <p:cNvPr id="10547" name="Google Shape;10547;p5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56"/>
          <p:cNvGrpSpPr/>
          <p:nvPr/>
        </p:nvGrpSpPr>
        <p:grpSpPr>
          <a:xfrm>
            <a:off x="3963652" y="1824309"/>
            <a:ext cx="374154" cy="284050"/>
            <a:chOff x="3963652" y="1999759"/>
            <a:chExt cx="374154" cy="284050"/>
          </a:xfrm>
        </p:grpSpPr>
        <p:sp>
          <p:nvSpPr>
            <p:cNvPr id="10550" name="Google Shape;10550;p5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56"/>
          <p:cNvGrpSpPr/>
          <p:nvPr/>
        </p:nvGrpSpPr>
        <p:grpSpPr>
          <a:xfrm>
            <a:off x="1777536" y="1839416"/>
            <a:ext cx="376444" cy="253772"/>
            <a:chOff x="1777536" y="2014866"/>
            <a:chExt cx="376444" cy="253772"/>
          </a:xfrm>
        </p:grpSpPr>
        <p:sp>
          <p:nvSpPr>
            <p:cNvPr id="10554" name="Google Shape;10554;p5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56"/>
          <p:cNvGrpSpPr/>
          <p:nvPr/>
        </p:nvGrpSpPr>
        <p:grpSpPr>
          <a:xfrm>
            <a:off x="1309875" y="1881876"/>
            <a:ext cx="374154" cy="169680"/>
            <a:chOff x="1309875" y="2057326"/>
            <a:chExt cx="374154" cy="169680"/>
          </a:xfrm>
        </p:grpSpPr>
        <p:sp>
          <p:nvSpPr>
            <p:cNvPr id="10560" name="Google Shape;10560;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1" name="Google Shape;10571;p56"/>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2" name="Google Shape;10572;p56"/>
          <p:cNvGrpSpPr/>
          <p:nvPr/>
        </p:nvGrpSpPr>
        <p:grpSpPr>
          <a:xfrm>
            <a:off x="2347450" y="1779114"/>
            <a:ext cx="113639" cy="373168"/>
            <a:chOff x="2347450" y="1954564"/>
            <a:chExt cx="113639" cy="373168"/>
          </a:xfrm>
        </p:grpSpPr>
        <p:sp>
          <p:nvSpPr>
            <p:cNvPr id="10573" name="Google Shape;10573;p5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5" name="Google Shape;10575;p56"/>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6" name="Google Shape;10576;p56"/>
          <p:cNvGrpSpPr/>
          <p:nvPr/>
        </p:nvGrpSpPr>
        <p:grpSpPr>
          <a:xfrm>
            <a:off x="3110102" y="1324430"/>
            <a:ext cx="330613" cy="358379"/>
            <a:chOff x="3110102" y="1499880"/>
            <a:chExt cx="330613" cy="358379"/>
          </a:xfrm>
        </p:grpSpPr>
        <p:sp>
          <p:nvSpPr>
            <p:cNvPr id="10577" name="Google Shape;10577;p5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4" name="Google Shape;10584;p56"/>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5" name="Google Shape;10585;p56"/>
          <p:cNvGrpSpPr/>
          <p:nvPr/>
        </p:nvGrpSpPr>
        <p:grpSpPr>
          <a:xfrm>
            <a:off x="3485575" y="1824309"/>
            <a:ext cx="373772" cy="284050"/>
            <a:chOff x="3531200" y="1999759"/>
            <a:chExt cx="373772" cy="284050"/>
          </a:xfrm>
        </p:grpSpPr>
        <p:sp>
          <p:nvSpPr>
            <p:cNvPr id="10586" name="Google Shape;10586;p5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56"/>
          <p:cNvGrpSpPr/>
          <p:nvPr/>
        </p:nvGrpSpPr>
        <p:grpSpPr>
          <a:xfrm>
            <a:off x="2667058" y="1324843"/>
            <a:ext cx="330231" cy="359015"/>
            <a:chOff x="2667058" y="1500293"/>
            <a:chExt cx="330231" cy="359015"/>
          </a:xfrm>
        </p:grpSpPr>
        <p:sp>
          <p:nvSpPr>
            <p:cNvPr id="10591" name="Google Shape;10591;p5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56"/>
          <p:cNvGrpSpPr/>
          <p:nvPr/>
        </p:nvGrpSpPr>
        <p:grpSpPr>
          <a:xfrm>
            <a:off x="3567553" y="1324462"/>
            <a:ext cx="320022" cy="359778"/>
            <a:chOff x="3567553" y="1499912"/>
            <a:chExt cx="320022" cy="359778"/>
          </a:xfrm>
        </p:grpSpPr>
        <p:sp>
          <p:nvSpPr>
            <p:cNvPr id="10610" name="Google Shape;10610;p5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56"/>
          <p:cNvGrpSpPr/>
          <p:nvPr/>
        </p:nvGrpSpPr>
        <p:grpSpPr>
          <a:xfrm>
            <a:off x="1309875" y="1324462"/>
            <a:ext cx="359015" cy="358633"/>
            <a:chOff x="1309875" y="1499912"/>
            <a:chExt cx="359015" cy="358633"/>
          </a:xfrm>
        </p:grpSpPr>
        <p:sp>
          <p:nvSpPr>
            <p:cNvPr id="10617" name="Google Shape;10617;p5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56"/>
          <p:cNvGrpSpPr/>
          <p:nvPr/>
        </p:nvGrpSpPr>
        <p:grpSpPr>
          <a:xfrm>
            <a:off x="2219466" y="1324843"/>
            <a:ext cx="330613" cy="359015"/>
            <a:chOff x="2219466" y="1500293"/>
            <a:chExt cx="330613" cy="359015"/>
          </a:xfrm>
        </p:grpSpPr>
        <p:sp>
          <p:nvSpPr>
            <p:cNvPr id="10627" name="Google Shape;10627;p5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56"/>
          <p:cNvGrpSpPr/>
          <p:nvPr/>
        </p:nvGrpSpPr>
        <p:grpSpPr>
          <a:xfrm>
            <a:off x="5343544" y="1333908"/>
            <a:ext cx="244676" cy="351095"/>
            <a:chOff x="5343544" y="1509358"/>
            <a:chExt cx="244676" cy="351095"/>
          </a:xfrm>
        </p:grpSpPr>
        <p:sp>
          <p:nvSpPr>
            <p:cNvPr id="10630" name="Google Shape;10630;p5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56"/>
          <p:cNvGrpSpPr/>
          <p:nvPr/>
        </p:nvGrpSpPr>
        <p:grpSpPr>
          <a:xfrm>
            <a:off x="4882340" y="1333908"/>
            <a:ext cx="246171" cy="351095"/>
            <a:chOff x="4882340" y="1509358"/>
            <a:chExt cx="246171" cy="351095"/>
          </a:xfrm>
        </p:grpSpPr>
        <p:sp>
          <p:nvSpPr>
            <p:cNvPr id="10634" name="Google Shape;10634;p5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56"/>
          <p:cNvGrpSpPr/>
          <p:nvPr/>
        </p:nvGrpSpPr>
        <p:grpSpPr>
          <a:xfrm>
            <a:off x="6273204" y="1333558"/>
            <a:ext cx="236343" cy="351445"/>
            <a:chOff x="6273204" y="1509008"/>
            <a:chExt cx="236343" cy="351445"/>
          </a:xfrm>
        </p:grpSpPr>
        <p:sp>
          <p:nvSpPr>
            <p:cNvPr id="10640" name="Google Shape;10640;p5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2" name="Google Shape;10642;p56"/>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3" name="Google Shape;10643;p56"/>
          <p:cNvGrpSpPr/>
          <p:nvPr/>
        </p:nvGrpSpPr>
        <p:grpSpPr>
          <a:xfrm>
            <a:off x="7219530" y="1332794"/>
            <a:ext cx="191625" cy="352209"/>
            <a:chOff x="7219530" y="1508244"/>
            <a:chExt cx="191625" cy="352209"/>
          </a:xfrm>
        </p:grpSpPr>
        <p:sp>
          <p:nvSpPr>
            <p:cNvPr id="10644" name="Google Shape;10644;p5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56"/>
          <p:cNvGrpSpPr/>
          <p:nvPr/>
        </p:nvGrpSpPr>
        <p:grpSpPr>
          <a:xfrm>
            <a:off x="7699309" y="1333176"/>
            <a:ext cx="154922" cy="351827"/>
            <a:chOff x="7699309" y="1508626"/>
            <a:chExt cx="154922" cy="351827"/>
          </a:xfrm>
        </p:grpSpPr>
        <p:sp>
          <p:nvSpPr>
            <p:cNvPr id="10647" name="Google Shape;10647;p5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56"/>
          <p:cNvGrpSpPr/>
          <p:nvPr/>
        </p:nvGrpSpPr>
        <p:grpSpPr>
          <a:xfrm>
            <a:off x="8161690" y="1333558"/>
            <a:ext cx="153396" cy="351064"/>
            <a:chOff x="8161690" y="1509008"/>
            <a:chExt cx="153396" cy="351064"/>
          </a:xfrm>
        </p:grpSpPr>
        <p:sp>
          <p:nvSpPr>
            <p:cNvPr id="10655" name="Google Shape;10655;p5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56"/>
          <p:cNvGrpSpPr/>
          <p:nvPr/>
        </p:nvGrpSpPr>
        <p:grpSpPr>
          <a:xfrm>
            <a:off x="6746940" y="1333431"/>
            <a:ext cx="213221" cy="352304"/>
            <a:chOff x="6746940" y="1508881"/>
            <a:chExt cx="213221" cy="352304"/>
          </a:xfrm>
        </p:grpSpPr>
        <p:sp>
          <p:nvSpPr>
            <p:cNvPr id="10660" name="Google Shape;10660;p5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56"/>
          <p:cNvGrpSpPr/>
          <p:nvPr/>
        </p:nvGrpSpPr>
        <p:grpSpPr>
          <a:xfrm>
            <a:off x="5770336" y="1832165"/>
            <a:ext cx="350682" cy="292097"/>
            <a:chOff x="5770336" y="2007615"/>
            <a:chExt cx="350682" cy="292097"/>
          </a:xfrm>
        </p:grpSpPr>
        <p:sp>
          <p:nvSpPr>
            <p:cNvPr id="10665" name="Google Shape;10665;p5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56"/>
          <p:cNvGrpSpPr/>
          <p:nvPr/>
        </p:nvGrpSpPr>
        <p:grpSpPr>
          <a:xfrm>
            <a:off x="5326878" y="1804908"/>
            <a:ext cx="350332" cy="346229"/>
            <a:chOff x="5326878" y="1980358"/>
            <a:chExt cx="350332" cy="346229"/>
          </a:xfrm>
        </p:grpSpPr>
        <p:sp>
          <p:nvSpPr>
            <p:cNvPr id="10670" name="Google Shape;10670;p5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4" name="Google Shape;10674;p56"/>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5" name="Google Shape;10675;p56"/>
          <p:cNvGrpSpPr/>
          <p:nvPr/>
        </p:nvGrpSpPr>
        <p:grpSpPr>
          <a:xfrm>
            <a:off x="4883835" y="1817121"/>
            <a:ext cx="350300" cy="323043"/>
            <a:chOff x="4883835" y="1992571"/>
            <a:chExt cx="350300" cy="323043"/>
          </a:xfrm>
        </p:grpSpPr>
        <p:sp>
          <p:nvSpPr>
            <p:cNvPr id="10676" name="Google Shape;10676;p5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56"/>
          <p:cNvGrpSpPr/>
          <p:nvPr/>
        </p:nvGrpSpPr>
        <p:grpSpPr>
          <a:xfrm>
            <a:off x="7548967" y="1803477"/>
            <a:ext cx="333285" cy="349950"/>
            <a:chOff x="7548967" y="1978927"/>
            <a:chExt cx="333285" cy="349950"/>
          </a:xfrm>
        </p:grpSpPr>
        <p:sp>
          <p:nvSpPr>
            <p:cNvPr id="10683" name="Google Shape;10683;p5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56"/>
          <p:cNvGrpSpPr/>
          <p:nvPr/>
        </p:nvGrpSpPr>
        <p:grpSpPr>
          <a:xfrm>
            <a:off x="6214142" y="1803477"/>
            <a:ext cx="346515" cy="350300"/>
            <a:chOff x="6214142" y="1978927"/>
            <a:chExt cx="346515" cy="350300"/>
          </a:xfrm>
        </p:grpSpPr>
        <p:sp>
          <p:nvSpPr>
            <p:cNvPr id="10691" name="Google Shape;10691;p5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56"/>
          <p:cNvGrpSpPr/>
          <p:nvPr/>
        </p:nvGrpSpPr>
        <p:grpSpPr>
          <a:xfrm>
            <a:off x="7105923" y="1803095"/>
            <a:ext cx="333285" cy="350682"/>
            <a:chOff x="7105923" y="1978545"/>
            <a:chExt cx="333285" cy="350682"/>
          </a:xfrm>
        </p:grpSpPr>
        <p:sp>
          <p:nvSpPr>
            <p:cNvPr id="10694" name="Google Shape;10694;p5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1" name="Google Shape;10701;p56"/>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6"/>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3" name="Google Shape;10703;p56"/>
          <p:cNvGrpSpPr/>
          <p:nvPr/>
        </p:nvGrpSpPr>
        <p:grpSpPr>
          <a:xfrm>
            <a:off x="3616406" y="2246902"/>
            <a:ext cx="203393" cy="351827"/>
            <a:chOff x="3616406" y="2422352"/>
            <a:chExt cx="203393" cy="351827"/>
          </a:xfrm>
        </p:grpSpPr>
        <p:sp>
          <p:nvSpPr>
            <p:cNvPr id="10704" name="Google Shape;10704;p5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56"/>
          <p:cNvGrpSpPr/>
          <p:nvPr/>
        </p:nvGrpSpPr>
        <p:grpSpPr>
          <a:xfrm>
            <a:off x="878187" y="2246520"/>
            <a:ext cx="272696" cy="351827"/>
            <a:chOff x="913012" y="2421970"/>
            <a:chExt cx="272696" cy="351827"/>
          </a:xfrm>
        </p:grpSpPr>
        <p:sp>
          <p:nvSpPr>
            <p:cNvPr id="10707" name="Google Shape;10707;p5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56"/>
          <p:cNvGrpSpPr/>
          <p:nvPr/>
        </p:nvGrpSpPr>
        <p:grpSpPr>
          <a:xfrm>
            <a:off x="2274743" y="2246902"/>
            <a:ext cx="255649" cy="351445"/>
            <a:chOff x="2274743" y="2422352"/>
            <a:chExt cx="255649" cy="351445"/>
          </a:xfrm>
        </p:grpSpPr>
        <p:sp>
          <p:nvSpPr>
            <p:cNvPr id="10712" name="Google Shape;10712;p5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56"/>
          <p:cNvGrpSpPr/>
          <p:nvPr/>
        </p:nvGrpSpPr>
        <p:grpSpPr>
          <a:xfrm>
            <a:off x="2708723" y="2245789"/>
            <a:ext cx="246552" cy="352558"/>
            <a:chOff x="2708723" y="2421239"/>
            <a:chExt cx="246552" cy="352558"/>
          </a:xfrm>
        </p:grpSpPr>
        <p:sp>
          <p:nvSpPr>
            <p:cNvPr id="10716" name="Google Shape;10716;p5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56"/>
          <p:cNvGrpSpPr/>
          <p:nvPr/>
        </p:nvGrpSpPr>
        <p:grpSpPr>
          <a:xfrm>
            <a:off x="1835485" y="2246902"/>
            <a:ext cx="259433" cy="350714"/>
            <a:chOff x="1835485" y="2422352"/>
            <a:chExt cx="259433" cy="350714"/>
          </a:xfrm>
        </p:grpSpPr>
        <p:sp>
          <p:nvSpPr>
            <p:cNvPr id="10719" name="Google Shape;10719;p5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56"/>
          <p:cNvGrpSpPr/>
          <p:nvPr/>
        </p:nvGrpSpPr>
        <p:grpSpPr>
          <a:xfrm>
            <a:off x="3150240" y="2246902"/>
            <a:ext cx="212489" cy="351445"/>
            <a:chOff x="3150240" y="2422352"/>
            <a:chExt cx="212489" cy="351445"/>
          </a:xfrm>
        </p:grpSpPr>
        <p:sp>
          <p:nvSpPr>
            <p:cNvPr id="10727" name="Google Shape;10727;p5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56"/>
          <p:cNvGrpSpPr/>
          <p:nvPr/>
        </p:nvGrpSpPr>
        <p:grpSpPr>
          <a:xfrm>
            <a:off x="1367060" y="2246679"/>
            <a:ext cx="269261" cy="352050"/>
            <a:chOff x="1367060" y="2422129"/>
            <a:chExt cx="269261" cy="352050"/>
          </a:xfrm>
        </p:grpSpPr>
        <p:sp>
          <p:nvSpPr>
            <p:cNvPr id="10730" name="Google Shape;10730;p5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4" name="Google Shape;10744;p56"/>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5" name="Google Shape;10745;p56"/>
          <p:cNvGrpSpPr/>
          <p:nvPr/>
        </p:nvGrpSpPr>
        <p:grpSpPr>
          <a:xfrm>
            <a:off x="4882690" y="2249955"/>
            <a:ext cx="274573" cy="350682"/>
            <a:chOff x="4882690" y="2425405"/>
            <a:chExt cx="274573" cy="350682"/>
          </a:xfrm>
        </p:grpSpPr>
        <p:sp>
          <p:nvSpPr>
            <p:cNvPr id="10746" name="Google Shape;10746;p5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56"/>
          <p:cNvGrpSpPr/>
          <p:nvPr/>
        </p:nvGrpSpPr>
        <p:grpSpPr>
          <a:xfrm>
            <a:off x="6627639" y="2268434"/>
            <a:ext cx="355993" cy="313247"/>
            <a:chOff x="6627639" y="2443884"/>
            <a:chExt cx="355993" cy="313247"/>
          </a:xfrm>
        </p:grpSpPr>
        <p:sp>
          <p:nvSpPr>
            <p:cNvPr id="10749" name="Google Shape;10749;p5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56"/>
          <p:cNvGrpSpPr/>
          <p:nvPr/>
        </p:nvGrpSpPr>
        <p:grpSpPr>
          <a:xfrm>
            <a:off x="6183451" y="2286690"/>
            <a:ext cx="351445" cy="277976"/>
            <a:chOff x="6183451" y="2462140"/>
            <a:chExt cx="351445" cy="277976"/>
          </a:xfrm>
        </p:grpSpPr>
        <p:sp>
          <p:nvSpPr>
            <p:cNvPr id="10753" name="Google Shape;10753;p5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56"/>
          <p:cNvGrpSpPr/>
          <p:nvPr/>
        </p:nvGrpSpPr>
        <p:grpSpPr>
          <a:xfrm>
            <a:off x="5735477" y="2254408"/>
            <a:ext cx="353354" cy="341299"/>
            <a:chOff x="5735477" y="2429858"/>
            <a:chExt cx="353354" cy="341299"/>
          </a:xfrm>
        </p:grpSpPr>
        <p:sp>
          <p:nvSpPr>
            <p:cNvPr id="10761" name="Google Shape;10761;p5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56"/>
          <p:cNvGrpSpPr/>
          <p:nvPr/>
        </p:nvGrpSpPr>
        <p:grpSpPr>
          <a:xfrm>
            <a:off x="5243735" y="2271523"/>
            <a:ext cx="405255" cy="275499"/>
            <a:chOff x="5283337" y="2478774"/>
            <a:chExt cx="358633" cy="243913"/>
          </a:xfrm>
        </p:grpSpPr>
        <p:sp>
          <p:nvSpPr>
            <p:cNvPr id="10768" name="Google Shape;10768;p5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56"/>
          <p:cNvGrpSpPr/>
          <p:nvPr/>
        </p:nvGrpSpPr>
        <p:grpSpPr>
          <a:xfrm>
            <a:off x="7964753" y="2295373"/>
            <a:ext cx="362068" cy="258670"/>
            <a:chOff x="7964753" y="2470823"/>
            <a:chExt cx="362068" cy="258670"/>
          </a:xfrm>
        </p:grpSpPr>
        <p:sp>
          <p:nvSpPr>
            <p:cNvPr id="10786" name="Google Shape;10786;p5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56"/>
          <p:cNvGrpSpPr/>
          <p:nvPr/>
        </p:nvGrpSpPr>
        <p:grpSpPr>
          <a:xfrm>
            <a:off x="7524349" y="2280997"/>
            <a:ext cx="350332" cy="288948"/>
            <a:chOff x="7524349" y="2456447"/>
            <a:chExt cx="350332" cy="288948"/>
          </a:xfrm>
        </p:grpSpPr>
        <p:sp>
          <p:nvSpPr>
            <p:cNvPr id="10796" name="Google Shape;10796;p5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56"/>
          <p:cNvGrpSpPr/>
          <p:nvPr/>
        </p:nvGrpSpPr>
        <p:grpSpPr>
          <a:xfrm>
            <a:off x="3972749" y="2719143"/>
            <a:ext cx="355230" cy="356725"/>
            <a:chOff x="3972749" y="2894211"/>
            <a:chExt cx="355230" cy="356725"/>
          </a:xfrm>
        </p:grpSpPr>
        <p:sp>
          <p:nvSpPr>
            <p:cNvPr id="10802" name="Google Shape;10802;p5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56"/>
          <p:cNvGrpSpPr/>
          <p:nvPr/>
        </p:nvGrpSpPr>
        <p:grpSpPr>
          <a:xfrm>
            <a:off x="3527797" y="2743553"/>
            <a:ext cx="355993" cy="307904"/>
            <a:chOff x="3527797" y="2918796"/>
            <a:chExt cx="355993" cy="307904"/>
          </a:xfrm>
        </p:grpSpPr>
        <p:sp>
          <p:nvSpPr>
            <p:cNvPr id="10808" name="Google Shape;10808;p5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56"/>
          <p:cNvGrpSpPr/>
          <p:nvPr/>
        </p:nvGrpSpPr>
        <p:grpSpPr>
          <a:xfrm>
            <a:off x="3082845" y="2746336"/>
            <a:ext cx="356375" cy="302338"/>
            <a:chOff x="3082845" y="2920959"/>
            <a:chExt cx="356375" cy="302338"/>
          </a:xfrm>
        </p:grpSpPr>
        <p:sp>
          <p:nvSpPr>
            <p:cNvPr id="10819" name="Google Shape;10819;p5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56"/>
          <p:cNvGrpSpPr/>
          <p:nvPr/>
        </p:nvGrpSpPr>
        <p:grpSpPr>
          <a:xfrm>
            <a:off x="2639038" y="2719699"/>
            <a:ext cx="355612" cy="355612"/>
            <a:chOff x="2639038" y="2894942"/>
            <a:chExt cx="355612" cy="355612"/>
          </a:xfrm>
        </p:grpSpPr>
        <p:sp>
          <p:nvSpPr>
            <p:cNvPr id="10822" name="Google Shape;10822;p5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56"/>
          <p:cNvGrpSpPr/>
          <p:nvPr/>
        </p:nvGrpSpPr>
        <p:grpSpPr>
          <a:xfrm>
            <a:off x="2194468" y="2763622"/>
            <a:ext cx="355993" cy="267766"/>
            <a:chOff x="2194468" y="2938865"/>
            <a:chExt cx="355993" cy="267766"/>
          </a:xfrm>
        </p:grpSpPr>
        <p:sp>
          <p:nvSpPr>
            <p:cNvPr id="10825" name="Google Shape;10825;p5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56"/>
          <p:cNvGrpSpPr/>
          <p:nvPr/>
        </p:nvGrpSpPr>
        <p:grpSpPr>
          <a:xfrm>
            <a:off x="1749897" y="2719699"/>
            <a:ext cx="355993" cy="355612"/>
            <a:chOff x="1749897" y="2894561"/>
            <a:chExt cx="355993" cy="355612"/>
          </a:xfrm>
        </p:grpSpPr>
        <p:sp>
          <p:nvSpPr>
            <p:cNvPr id="10846" name="Google Shape;10846;p5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56"/>
          <p:cNvGrpSpPr/>
          <p:nvPr/>
        </p:nvGrpSpPr>
        <p:grpSpPr>
          <a:xfrm>
            <a:off x="1305327" y="2718761"/>
            <a:ext cx="357520" cy="357488"/>
            <a:chOff x="1305327" y="2894211"/>
            <a:chExt cx="357520" cy="357488"/>
          </a:xfrm>
        </p:grpSpPr>
        <p:sp>
          <p:nvSpPr>
            <p:cNvPr id="10858" name="Google Shape;10858;p5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56"/>
          <p:cNvGrpSpPr/>
          <p:nvPr/>
        </p:nvGrpSpPr>
        <p:grpSpPr>
          <a:xfrm>
            <a:off x="853950" y="2720860"/>
            <a:ext cx="364104" cy="353290"/>
            <a:chOff x="853950" y="2894720"/>
            <a:chExt cx="364104" cy="353290"/>
          </a:xfrm>
        </p:grpSpPr>
        <p:sp>
          <p:nvSpPr>
            <p:cNvPr id="10864" name="Google Shape;10864;p5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56"/>
          <p:cNvGrpSpPr/>
          <p:nvPr/>
        </p:nvGrpSpPr>
        <p:grpSpPr>
          <a:xfrm>
            <a:off x="7066548" y="2737144"/>
            <a:ext cx="352209" cy="334938"/>
            <a:chOff x="7066548" y="2912594"/>
            <a:chExt cx="352209" cy="334938"/>
          </a:xfrm>
        </p:grpSpPr>
        <p:sp>
          <p:nvSpPr>
            <p:cNvPr id="10872" name="Google Shape;10872;p5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8" name="Google Shape;10878;p56"/>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6"/>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0" name="Google Shape;10880;p56"/>
          <p:cNvGrpSpPr/>
          <p:nvPr/>
        </p:nvGrpSpPr>
        <p:grpSpPr>
          <a:xfrm>
            <a:off x="7541397" y="2729352"/>
            <a:ext cx="318495" cy="352209"/>
            <a:chOff x="7541397" y="2904802"/>
            <a:chExt cx="318495" cy="352209"/>
          </a:xfrm>
        </p:grpSpPr>
        <p:sp>
          <p:nvSpPr>
            <p:cNvPr id="10881" name="Google Shape;10881;p5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56"/>
          <p:cNvGrpSpPr/>
          <p:nvPr/>
        </p:nvGrpSpPr>
        <p:grpSpPr>
          <a:xfrm>
            <a:off x="8003015" y="2728589"/>
            <a:ext cx="306759" cy="351445"/>
            <a:chOff x="8003015" y="2904039"/>
            <a:chExt cx="306759" cy="351445"/>
          </a:xfrm>
        </p:grpSpPr>
        <p:sp>
          <p:nvSpPr>
            <p:cNvPr id="10884" name="Google Shape;10884;p5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56"/>
          <p:cNvGrpSpPr/>
          <p:nvPr/>
        </p:nvGrpSpPr>
        <p:grpSpPr>
          <a:xfrm>
            <a:off x="5687770" y="2710046"/>
            <a:ext cx="369638" cy="369606"/>
            <a:chOff x="5687770" y="2885496"/>
            <a:chExt cx="369638" cy="369606"/>
          </a:xfrm>
        </p:grpSpPr>
        <p:sp>
          <p:nvSpPr>
            <p:cNvPr id="10891" name="Google Shape;10891;p5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56"/>
          <p:cNvGrpSpPr/>
          <p:nvPr/>
        </p:nvGrpSpPr>
        <p:grpSpPr>
          <a:xfrm>
            <a:off x="4881958" y="2729352"/>
            <a:ext cx="156417" cy="349537"/>
            <a:chOff x="4881958" y="2904802"/>
            <a:chExt cx="156417" cy="349537"/>
          </a:xfrm>
        </p:grpSpPr>
        <p:sp>
          <p:nvSpPr>
            <p:cNvPr id="10902" name="Google Shape;10902;p5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56"/>
          <p:cNvGrpSpPr/>
          <p:nvPr/>
        </p:nvGrpSpPr>
        <p:grpSpPr>
          <a:xfrm>
            <a:off x="5230318" y="2711064"/>
            <a:ext cx="371133" cy="367443"/>
            <a:chOff x="5230318" y="2886514"/>
            <a:chExt cx="371133" cy="367443"/>
          </a:xfrm>
        </p:grpSpPr>
        <p:sp>
          <p:nvSpPr>
            <p:cNvPr id="10910" name="Google Shape;10910;p5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56"/>
          <p:cNvGrpSpPr/>
          <p:nvPr/>
        </p:nvGrpSpPr>
        <p:grpSpPr>
          <a:xfrm>
            <a:off x="5748358" y="3259128"/>
            <a:ext cx="352590" cy="182561"/>
            <a:chOff x="5748358" y="3434578"/>
            <a:chExt cx="352590" cy="182561"/>
          </a:xfrm>
        </p:grpSpPr>
        <p:sp>
          <p:nvSpPr>
            <p:cNvPr id="10920" name="Google Shape;10920;p5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56"/>
          <p:cNvGrpSpPr/>
          <p:nvPr/>
        </p:nvGrpSpPr>
        <p:grpSpPr>
          <a:xfrm>
            <a:off x="862283" y="4099321"/>
            <a:ext cx="341204" cy="359301"/>
            <a:chOff x="862283" y="4274771"/>
            <a:chExt cx="341204" cy="359301"/>
          </a:xfrm>
        </p:grpSpPr>
        <p:sp>
          <p:nvSpPr>
            <p:cNvPr id="10927" name="Google Shape;10927;p5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56"/>
          <p:cNvGrpSpPr/>
          <p:nvPr/>
        </p:nvGrpSpPr>
        <p:grpSpPr>
          <a:xfrm>
            <a:off x="1396957" y="4111915"/>
            <a:ext cx="301861" cy="332871"/>
            <a:chOff x="1396957" y="4287365"/>
            <a:chExt cx="301861" cy="332871"/>
          </a:xfrm>
        </p:grpSpPr>
        <p:sp>
          <p:nvSpPr>
            <p:cNvPr id="10931" name="Google Shape;10931;p5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56"/>
          <p:cNvGrpSpPr/>
          <p:nvPr/>
        </p:nvGrpSpPr>
        <p:grpSpPr>
          <a:xfrm>
            <a:off x="1865381" y="4102056"/>
            <a:ext cx="396131" cy="355612"/>
            <a:chOff x="1865381" y="4277506"/>
            <a:chExt cx="396131" cy="355612"/>
          </a:xfrm>
        </p:grpSpPr>
        <p:sp>
          <p:nvSpPr>
            <p:cNvPr id="10947" name="Google Shape;10947;p5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56"/>
          <p:cNvGrpSpPr/>
          <p:nvPr/>
        </p:nvGrpSpPr>
        <p:grpSpPr>
          <a:xfrm>
            <a:off x="2411823" y="4128549"/>
            <a:ext cx="334398" cy="299953"/>
            <a:chOff x="2411823" y="4303999"/>
            <a:chExt cx="334398" cy="299953"/>
          </a:xfrm>
        </p:grpSpPr>
        <p:sp>
          <p:nvSpPr>
            <p:cNvPr id="10954" name="Google Shape;10954;p5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56"/>
          <p:cNvGrpSpPr/>
          <p:nvPr/>
        </p:nvGrpSpPr>
        <p:grpSpPr>
          <a:xfrm>
            <a:off x="2903337" y="4103582"/>
            <a:ext cx="382519" cy="350682"/>
            <a:chOff x="2903337" y="4279032"/>
            <a:chExt cx="382519" cy="350682"/>
          </a:xfrm>
        </p:grpSpPr>
        <p:sp>
          <p:nvSpPr>
            <p:cNvPr id="10962" name="Google Shape;10962;p5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56"/>
          <p:cNvGrpSpPr/>
          <p:nvPr/>
        </p:nvGrpSpPr>
        <p:grpSpPr>
          <a:xfrm>
            <a:off x="3933342" y="4140317"/>
            <a:ext cx="383632" cy="276449"/>
            <a:chOff x="3933342" y="4315767"/>
            <a:chExt cx="383632" cy="276449"/>
          </a:xfrm>
        </p:grpSpPr>
        <p:sp>
          <p:nvSpPr>
            <p:cNvPr id="10978" name="Google Shape;10978;p5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56"/>
          <p:cNvGrpSpPr/>
          <p:nvPr/>
        </p:nvGrpSpPr>
        <p:grpSpPr>
          <a:xfrm>
            <a:off x="3441065" y="4127055"/>
            <a:ext cx="337069" cy="302593"/>
            <a:chOff x="3441065" y="4302505"/>
            <a:chExt cx="337069" cy="302593"/>
          </a:xfrm>
        </p:grpSpPr>
        <p:sp>
          <p:nvSpPr>
            <p:cNvPr id="10985" name="Google Shape;10985;p5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56"/>
          <p:cNvGrpSpPr/>
          <p:nvPr/>
        </p:nvGrpSpPr>
        <p:grpSpPr>
          <a:xfrm>
            <a:off x="3532345" y="3187185"/>
            <a:ext cx="339328" cy="336274"/>
            <a:chOff x="3532345" y="3362635"/>
            <a:chExt cx="339328" cy="336274"/>
          </a:xfrm>
        </p:grpSpPr>
        <p:sp>
          <p:nvSpPr>
            <p:cNvPr id="10999" name="Google Shape;10999;p5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4" name="Google Shape;11004;p56"/>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5" name="Google Shape;11005;p56"/>
          <p:cNvGrpSpPr/>
          <p:nvPr/>
        </p:nvGrpSpPr>
        <p:grpSpPr>
          <a:xfrm>
            <a:off x="1883955" y="3633250"/>
            <a:ext cx="162873" cy="351445"/>
            <a:chOff x="1883955" y="3808700"/>
            <a:chExt cx="162873" cy="351445"/>
          </a:xfrm>
        </p:grpSpPr>
        <p:sp>
          <p:nvSpPr>
            <p:cNvPr id="11006" name="Google Shape;11006;p5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56"/>
          <p:cNvGrpSpPr/>
          <p:nvPr/>
        </p:nvGrpSpPr>
        <p:grpSpPr>
          <a:xfrm>
            <a:off x="939156" y="3633759"/>
            <a:ext cx="192007" cy="351318"/>
            <a:chOff x="939156" y="3809209"/>
            <a:chExt cx="192007" cy="351318"/>
          </a:xfrm>
        </p:grpSpPr>
        <p:sp>
          <p:nvSpPr>
            <p:cNvPr id="11009" name="Google Shape;11009;p5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56"/>
          <p:cNvGrpSpPr/>
          <p:nvPr/>
        </p:nvGrpSpPr>
        <p:grpSpPr>
          <a:xfrm>
            <a:off x="2306167" y="3634395"/>
            <a:ext cx="193915" cy="349155"/>
            <a:chOff x="2306167" y="3809845"/>
            <a:chExt cx="193915" cy="349155"/>
          </a:xfrm>
        </p:grpSpPr>
        <p:sp>
          <p:nvSpPr>
            <p:cNvPr id="11012" name="Google Shape;11012;p5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56"/>
          <p:cNvGrpSpPr/>
          <p:nvPr/>
        </p:nvGrpSpPr>
        <p:grpSpPr>
          <a:xfrm>
            <a:off x="1323901" y="3631723"/>
            <a:ext cx="356343" cy="356757"/>
            <a:chOff x="1323901" y="3807173"/>
            <a:chExt cx="356343" cy="356757"/>
          </a:xfrm>
        </p:grpSpPr>
        <p:sp>
          <p:nvSpPr>
            <p:cNvPr id="11020" name="Google Shape;11020;p5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4" name="Google Shape;11044;p56"/>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5" name="Google Shape;11045;p56"/>
          <p:cNvGrpSpPr/>
          <p:nvPr/>
        </p:nvGrpSpPr>
        <p:grpSpPr>
          <a:xfrm>
            <a:off x="859262" y="3178470"/>
            <a:ext cx="306759" cy="351445"/>
            <a:chOff x="859262" y="3353920"/>
            <a:chExt cx="306759" cy="351445"/>
          </a:xfrm>
        </p:grpSpPr>
        <p:sp>
          <p:nvSpPr>
            <p:cNvPr id="11046" name="Google Shape;11046;p5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1" name="Google Shape;11051;p56"/>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2" name="Google Shape;11052;p56"/>
          <p:cNvGrpSpPr/>
          <p:nvPr/>
        </p:nvGrpSpPr>
        <p:grpSpPr>
          <a:xfrm>
            <a:off x="3967437" y="3661652"/>
            <a:ext cx="364708" cy="295405"/>
            <a:chOff x="3967437" y="3837102"/>
            <a:chExt cx="364708" cy="295405"/>
          </a:xfrm>
        </p:grpSpPr>
        <p:sp>
          <p:nvSpPr>
            <p:cNvPr id="11053" name="Google Shape;11053;p5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8" name="Google Shape;11058;p56"/>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6"/>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6"/>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56"/>
          <p:cNvGrpSpPr/>
          <p:nvPr/>
        </p:nvGrpSpPr>
        <p:grpSpPr>
          <a:xfrm>
            <a:off x="5811827" y="3631001"/>
            <a:ext cx="283743" cy="308444"/>
            <a:chOff x="5964227" y="3858701"/>
            <a:chExt cx="283743" cy="308444"/>
          </a:xfrm>
        </p:grpSpPr>
        <p:sp>
          <p:nvSpPr>
            <p:cNvPr id="11062" name="Google Shape;11062;p5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56"/>
          <p:cNvGrpSpPr/>
          <p:nvPr/>
        </p:nvGrpSpPr>
        <p:grpSpPr>
          <a:xfrm>
            <a:off x="6243508" y="3697623"/>
            <a:ext cx="320372" cy="213602"/>
            <a:chOff x="6395908" y="3873073"/>
            <a:chExt cx="320372" cy="213602"/>
          </a:xfrm>
        </p:grpSpPr>
        <p:sp>
          <p:nvSpPr>
            <p:cNvPr id="11067" name="Google Shape;11067;p5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56"/>
          <p:cNvGrpSpPr/>
          <p:nvPr/>
        </p:nvGrpSpPr>
        <p:grpSpPr>
          <a:xfrm>
            <a:off x="7262890" y="3627366"/>
            <a:ext cx="357138" cy="352018"/>
            <a:chOff x="7415290" y="3802816"/>
            <a:chExt cx="357138" cy="352018"/>
          </a:xfrm>
        </p:grpSpPr>
        <p:sp>
          <p:nvSpPr>
            <p:cNvPr id="11078" name="Google Shape;11078;p5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56"/>
          <p:cNvGrpSpPr/>
          <p:nvPr/>
        </p:nvGrpSpPr>
        <p:grpSpPr>
          <a:xfrm>
            <a:off x="6737312" y="3657963"/>
            <a:ext cx="355230" cy="293401"/>
            <a:chOff x="6889712" y="3833413"/>
            <a:chExt cx="355230" cy="293401"/>
          </a:xfrm>
        </p:grpSpPr>
        <p:sp>
          <p:nvSpPr>
            <p:cNvPr id="11087" name="Google Shape;11087;p5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56"/>
          <p:cNvGrpSpPr/>
          <p:nvPr/>
        </p:nvGrpSpPr>
        <p:grpSpPr>
          <a:xfrm>
            <a:off x="7707152" y="3660420"/>
            <a:ext cx="282318" cy="337168"/>
            <a:chOff x="1635875" y="237775"/>
            <a:chExt cx="4370250" cy="5219325"/>
          </a:xfrm>
        </p:grpSpPr>
        <p:sp>
          <p:nvSpPr>
            <p:cNvPr id="11093" name="Google Shape;11093;p5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56"/>
          <p:cNvGrpSpPr/>
          <p:nvPr/>
        </p:nvGrpSpPr>
        <p:grpSpPr>
          <a:xfrm>
            <a:off x="3103963" y="3185690"/>
            <a:ext cx="297886" cy="337578"/>
            <a:chOff x="3103963" y="3361140"/>
            <a:chExt cx="297886" cy="337578"/>
          </a:xfrm>
        </p:grpSpPr>
        <p:sp>
          <p:nvSpPr>
            <p:cNvPr id="11096" name="Google Shape;11096;p5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56"/>
          <p:cNvGrpSpPr/>
          <p:nvPr/>
        </p:nvGrpSpPr>
        <p:grpSpPr>
          <a:xfrm>
            <a:off x="2667821" y="3185658"/>
            <a:ext cx="273046" cy="337801"/>
            <a:chOff x="2667821" y="3361108"/>
            <a:chExt cx="273046" cy="337801"/>
          </a:xfrm>
        </p:grpSpPr>
        <p:sp>
          <p:nvSpPr>
            <p:cNvPr id="11121" name="Google Shape;11121;p5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56"/>
          <p:cNvGrpSpPr/>
          <p:nvPr/>
        </p:nvGrpSpPr>
        <p:grpSpPr>
          <a:xfrm>
            <a:off x="2212469" y="3184863"/>
            <a:ext cx="282715" cy="338660"/>
            <a:chOff x="2212469" y="3360313"/>
            <a:chExt cx="282715" cy="338660"/>
          </a:xfrm>
        </p:grpSpPr>
        <p:sp>
          <p:nvSpPr>
            <p:cNvPr id="11141" name="Google Shape;11141;p5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56"/>
          <p:cNvGrpSpPr/>
          <p:nvPr/>
        </p:nvGrpSpPr>
        <p:grpSpPr>
          <a:xfrm>
            <a:off x="1768821" y="3185658"/>
            <a:ext cx="278739" cy="339073"/>
            <a:chOff x="1768821" y="3361108"/>
            <a:chExt cx="278739" cy="339073"/>
          </a:xfrm>
        </p:grpSpPr>
        <p:sp>
          <p:nvSpPr>
            <p:cNvPr id="11145" name="Google Shape;11145;p5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56"/>
          <p:cNvGrpSpPr/>
          <p:nvPr/>
        </p:nvGrpSpPr>
        <p:grpSpPr>
          <a:xfrm>
            <a:off x="5337883" y="3161423"/>
            <a:ext cx="307141" cy="376826"/>
            <a:chOff x="5337883" y="3336873"/>
            <a:chExt cx="307141" cy="376826"/>
          </a:xfrm>
        </p:grpSpPr>
        <p:sp>
          <p:nvSpPr>
            <p:cNvPr id="11157" name="Google Shape;11157;p5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56"/>
          <p:cNvGrpSpPr/>
          <p:nvPr/>
        </p:nvGrpSpPr>
        <p:grpSpPr>
          <a:xfrm>
            <a:off x="4883835" y="3161805"/>
            <a:ext cx="323425" cy="377557"/>
            <a:chOff x="4883835" y="3337255"/>
            <a:chExt cx="323425" cy="377557"/>
          </a:xfrm>
        </p:grpSpPr>
        <p:sp>
          <p:nvSpPr>
            <p:cNvPr id="11160" name="Google Shape;11160;p5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56"/>
          <p:cNvGrpSpPr/>
          <p:nvPr/>
        </p:nvGrpSpPr>
        <p:grpSpPr>
          <a:xfrm>
            <a:off x="6193310" y="3231839"/>
            <a:ext cx="352590" cy="237488"/>
            <a:chOff x="6193310" y="3407289"/>
            <a:chExt cx="352590" cy="237488"/>
          </a:xfrm>
        </p:grpSpPr>
        <p:sp>
          <p:nvSpPr>
            <p:cNvPr id="11164" name="Google Shape;11164;p5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56"/>
          <p:cNvGrpSpPr/>
          <p:nvPr/>
        </p:nvGrpSpPr>
        <p:grpSpPr>
          <a:xfrm>
            <a:off x="6637117" y="3222393"/>
            <a:ext cx="353735" cy="254504"/>
            <a:chOff x="6637117" y="3397843"/>
            <a:chExt cx="353735" cy="254504"/>
          </a:xfrm>
        </p:grpSpPr>
        <p:sp>
          <p:nvSpPr>
            <p:cNvPr id="11170" name="Google Shape;11170;p5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56"/>
          <p:cNvGrpSpPr/>
          <p:nvPr/>
        </p:nvGrpSpPr>
        <p:grpSpPr>
          <a:xfrm>
            <a:off x="7075994" y="3174081"/>
            <a:ext cx="360637" cy="352336"/>
            <a:chOff x="7075994" y="3349531"/>
            <a:chExt cx="360637" cy="352336"/>
          </a:xfrm>
        </p:grpSpPr>
        <p:sp>
          <p:nvSpPr>
            <p:cNvPr id="11177" name="Google Shape;11177;p5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56"/>
          <p:cNvGrpSpPr/>
          <p:nvPr/>
        </p:nvGrpSpPr>
        <p:grpSpPr>
          <a:xfrm>
            <a:off x="7651983" y="3173731"/>
            <a:ext cx="107183" cy="352399"/>
            <a:chOff x="7651983" y="3349181"/>
            <a:chExt cx="107183" cy="352399"/>
          </a:xfrm>
        </p:grpSpPr>
        <p:sp>
          <p:nvSpPr>
            <p:cNvPr id="11185" name="Google Shape;11185;p5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56"/>
          <p:cNvGrpSpPr/>
          <p:nvPr/>
        </p:nvGrpSpPr>
        <p:grpSpPr>
          <a:xfrm>
            <a:off x="7973468" y="3206872"/>
            <a:ext cx="352590" cy="287072"/>
            <a:chOff x="7973468" y="3382322"/>
            <a:chExt cx="352590" cy="287072"/>
          </a:xfrm>
        </p:grpSpPr>
        <p:sp>
          <p:nvSpPr>
            <p:cNvPr id="11188" name="Google Shape;11188;p5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0" name="Google Shape;11200;p5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201" name="Google Shape;11201;p5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05" name="Shape 11205"/>
        <p:cNvGrpSpPr/>
        <p:nvPr/>
      </p:nvGrpSpPr>
      <p:grpSpPr>
        <a:xfrm>
          <a:off x="0" y="0"/>
          <a:ext cx="0" cy="0"/>
          <a:chOff x="0" y="0"/>
          <a:chExt cx="0" cy="0"/>
        </a:xfrm>
      </p:grpSpPr>
      <p:grpSp>
        <p:nvGrpSpPr>
          <p:cNvPr id="11206" name="Google Shape;11206;p57"/>
          <p:cNvGrpSpPr/>
          <p:nvPr/>
        </p:nvGrpSpPr>
        <p:grpSpPr>
          <a:xfrm>
            <a:off x="821808" y="1576858"/>
            <a:ext cx="347872" cy="347488"/>
            <a:chOff x="849677" y="1500658"/>
            <a:chExt cx="347872" cy="347488"/>
          </a:xfrm>
        </p:grpSpPr>
        <p:sp>
          <p:nvSpPr>
            <p:cNvPr id="11207" name="Google Shape;11207;p5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57"/>
          <p:cNvGrpSpPr/>
          <p:nvPr/>
        </p:nvGrpSpPr>
        <p:grpSpPr>
          <a:xfrm>
            <a:off x="1387984" y="1576858"/>
            <a:ext cx="315872" cy="347488"/>
            <a:chOff x="1415853" y="1500658"/>
            <a:chExt cx="315872" cy="347488"/>
          </a:xfrm>
        </p:grpSpPr>
        <p:sp>
          <p:nvSpPr>
            <p:cNvPr id="11214" name="Google Shape;11214;p5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57"/>
          <p:cNvGrpSpPr/>
          <p:nvPr/>
        </p:nvGrpSpPr>
        <p:grpSpPr>
          <a:xfrm>
            <a:off x="4669520" y="1576858"/>
            <a:ext cx="347520" cy="347104"/>
            <a:chOff x="4697389" y="1500658"/>
            <a:chExt cx="347520" cy="347104"/>
          </a:xfrm>
        </p:grpSpPr>
        <p:sp>
          <p:nvSpPr>
            <p:cNvPr id="11219" name="Google Shape;11219;p5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57"/>
          <p:cNvGrpSpPr/>
          <p:nvPr/>
        </p:nvGrpSpPr>
        <p:grpSpPr>
          <a:xfrm>
            <a:off x="3575664" y="2041146"/>
            <a:ext cx="347520" cy="353760"/>
            <a:chOff x="3603533" y="1964946"/>
            <a:chExt cx="347520" cy="353760"/>
          </a:xfrm>
        </p:grpSpPr>
        <p:sp>
          <p:nvSpPr>
            <p:cNvPr id="11223" name="Google Shape;11223;p5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57"/>
          <p:cNvGrpSpPr/>
          <p:nvPr/>
        </p:nvGrpSpPr>
        <p:grpSpPr>
          <a:xfrm>
            <a:off x="1922896" y="2040538"/>
            <a:ext cx="357792" cy="352448"/>
            <a:chOff x="1950765" y="1964338"/>
            <a:chExt cx="357792" cy="352448"/>
          </a:xfrm>
        </p:grpSpPr>
        <p:sp>
          <p:nvSpPr>
            <p:cNvPr id="11227" name="Google Shape;11227;p5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57"/>
          <p:cNvGrpSpPr/>
          <p:nvPr/>
        </p:nvGrpSpPr>
        <p:grpSpPr>
          <a:xfrm>
            <a:off x="7407760" y="2040890"/>
            <a:ext cx="367712" cy="353248"/>
            <a:chOff x="7435629" y="1964690"/>
            <a:chExt cx="367712" cy="353248"/>
          </a:xfrm>
        </p:grpSpPr>
        <p:sp>
          <p:nvSpPr>
            <p:cNvPr id="11232" name="Google Shape;11232;p5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57"/>
          <p:cNvGrpSpPr/>
          <p:nvPr/>
        </p:nvGrpSpPr>
        <p:grpSpPr>
          <a:xfrm>
            <a:off x="2484880" y="2041242"/>
            <a:ext cx="333024" cy="352896"/>
            <a:chOff x="2512749" y="1965042"/>
            <a:chExt cx="333024" cy="352896"/>
          </a:xfrm>
        </p:grpSpPr>
        <p:sp>
          <p:nvSpPr>
            <p:cNvPr id="11237" name="Google Shape;11237;p5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57"/>
          <p:cNvGrpSpPr/>
          <p:nvPr/>
        </p:nvGrpSpPr>
        <p:grpSpPr>
          <a:xfrm>
            <a:off x="1370448" y="2057978"/>
            <a:ext cx="365792" cy="335392"/>
            <a:chOff x="1398317" y="1981778"/>
            <a:chExt cx="365792" cy="335392"/>
          </a:xfrm>
        </p:grpSpPr>
        <p:sp>
          <p:nvSpPr>
            <p:cNvPr id="11243" name="Google Shape;11243;p5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57"/>
          <p:cNvGrpSpPr/>
          <p:nvPr/>
        </p:nvGrpSpPr>
        <p:grpSpPr>
          <a:xfrm>
            <a:off x="3024368" y="2079770"/>
            <a:ext cx="353600" cy="314752"/>
            <a:chOff x="3052237" y="2003570"/>
            <a:chExt cx="353600" cy="314752"/>
          </a:xfrm>
        </p:grpSpPr>
        <p:sp>
          <p:nvSpPr>
            <p:cNvPr id="11250" name="Google Shape;11250;p5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57"/>
          <p:cNvGrpSpPr/>
          <p:nvPr/>
        </p:nvGrpSpPr>
        <p:grpSpPr>
          <a:xfrm>
            <a:off x="1376144" y="3034266"/>
            <a:ext cx="368096" cy="223968"/>
            <a:chOff x="1404013" y="2958066"/>
            <a:chExt cx="368096" cy="223968"/>
          </a:xfrm>
        </p:grpSpPr>
        <p:sp>
          <p:nvSpPr>
            <p:cNvPr id="11254" name="Google Shape;11254;p5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6" name="Google Shape;11256;p57"/>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7"/>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8" name="Google Shape;11258;p57"/>
          <p:cNvGrpSpPr/>
          <p:nvPr/>
        </p:nvGrpSpPr>
        <p:grpSpPr>
          <a:xfrm>
            <a:off x="1923280" y="2961402"/>
            <a:ext cx="370368" cy="367328"/>
            <a:chOff x="1951149" y="2885202"/>
            <a:chExt cx="370368" cy="367328"/>
          </a:xfrm>
        </p:grpSpPr>
        <p:sp>
          <p:nvSpPr>
            <p:cNvPr id="11259" name="Google Shape;11259;p5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57"/>
          <p:cNvGrpSpPr/>
          <p:nvPr/>
        </p:nvGrpSpPr>
        <p:grpSpPr>
          <a:xfrm>
            <a:off x="2473808" y="2982362"/>
            <a:ext cx="367328" cy="327296"/>
            <a:chOff x="2501677" y="2906162"/>
            <a:chExt cx="367328" cy="327296"/>
          </a:xfrm>
        </p:grpSpPr>
        <p:sp>
          <p:nvSpPr>
            <p:cNvPr id="11263" name="Google Shape;11263;p5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6" name="Google Shape;11266;p57"/>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7" name="Google Shape;11267;p57"/>
          <p:cNvGrpSpPr/>
          <p:nvPr/>
        </p:nvGrpSpPr>
        <p:grpSpPr>
          <a:xfrm>
            <a:off x="3022448" y="2969914"/>
            <a:ext cx="367712" cy="354240"/>
            <a:chOff x="3050317" y="2893714"/>
            <a:chExt cx="367712" cy="354240"/>
          </a:xfrm>
        </p:grpSpPr>
        <p:sp>
          <p:nvSpPr>
            <p:cNvPr id="11268" name="Google Shape;11268;p5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0" name="Google Shape;11270;p57"/>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7"/>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2" name="Google Shape;11272;p57"/>
          <p:cNvGrpSpPr/>
          <p:nvPr/>
        </p:nvGrpSpPr>
        <p:grpSpPr>
          <a:xfrm>
            <a:off x="7503408" y="2962554"/>
            <a:ext cx="185184" cy="367296"/>
            <a:chOff x="7531277" y="2886354"/>
            <a:chExt cx="185184" cy="367296"/>
          </a:xfrm>
        </p:grpSpPr>
        <p:sp>
          <p:nvSpPr>
            <p:cNvPr id="11273" name="Google Shape;11273;p5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57"/>
          <p:cNvGrpSpPr/>
          <p:nvPr/>
        </p:nvGrpSpPr>
        <p:grpSpPr>
          <a:xfrm>
            <a:off x="6898768" y="2962938"/>
            <a:ext cx="297184" cy="367296"/>
            <a:chOff x="6926637" y="2886738"/>
            <a:chExt cx="297184" cy="367296"/>
          </a:xfrm>
        </p:grpSpPr>
        <p:sp>
          <p:nvSpPr>
            <p:cNvPr id="11277" name="Google Shape;11277;p5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0" name="Google Shape;11280;p57"/>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7"/>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2" name="Google Shape;11282;p57"/>
          <p:cNvGrpSpPr/>
          <p:nvPr/>
        </p:nvGrpSpPr>
        <p:grpSpPr>
          <a:xfrm>
            <a:off x="6312784" y="2962554"/>
            <a:ext cx="370368" cy="368064"/>
            <a:chOff x="6340653" y="2886354"/>
            <a:chExt cx="370368" cy="368064"/>
          </a:xfrm>
        </p:grpSpPr>
        <p:sp>
          <p:nvSpPr>
            <p:cNvPr id="11283" name="Google Shape;11283;p5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57"/>
          <p:cNvGrpSpPr/>
          <p:nvPr/>
        </p:nvGrpSpPr>
        <p:grpSpPr>
          <a:xfrm>
            <a:off x="5218928" y="2057626"/>
            <a:ext cx="354752" cy="336512"/>
            <a:chOff x="5246797" y="1981426"/>
            <a:chExt cx="354752" cy="336512"/>
          </a:xfrm>
        </p:grpSpPr>
        <p:sp>
          <p:nvSpPr>
            <p:cNvPr id="11290" name="Google Shape;11290;p5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57"/>
          <p:cNvGrpSpPr/>
          <p:nvPr/>
        </p:nvGrpSpPr>
        <p:grpSpPr>
          <a:xfrm>
            <a:off x="4120880" y="2178266"/>
            <a:ext cx="355136" cy="216256"/>
            <a:chOff x="4148749" y="2102066"/>
            <a:chExt cx="355136" cy="216256"/>
          </a:xfrm>
        </p:grpSpPr>
        <p:sp>
          <p:nvSpPr>
            <p:cNvPr id="11293" name="Google Shape;11293;p5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57"/>
          <p:cNvGrpSpPr/>
          <p:nvPr/>
        </p:nvGrpSpPr>
        <p:grpSpPr>
          <a:xfrm>
            <a:off x="5766800" y="2077626"/>
            <a:ext cx="354752" cy="315360"/>
            <a:chOff x="5794669" y="2001426"/>
            <a:chExt cx="354752" cy="315360"/>
          </a:xfrm>
        </p:grpSpPr>
        <p:sp>
          <p:nvSpPr>
            <p:cNvPr id="11296" name="Google Shape;11296;p5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57"/>
          <p:cNvGrpSpPr/>
          <p:nvPr/>
        </p:nvGrpSpPr>
        <p:grpSpPr>
          <a:xfrm>
            <a:off x="6317360" y="2106042"/>
            <a:ext cx="352832" cy="289216"/>
            <a:chOff x="6345229" y="2029842"/>
            <a:chExt cx="352832" cy="289216"/>
          </a:xfrm>
        </p:grpSpPr>
        <p:sp>
          <p:nvSpPr>
            <p:cNvPr id="11299" name="Google Shape;11299;p5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57"/>
          <p:cNvGrpSpPr/>
          <p:nvPr/>
        </p:nvGrpSpPr>
        <p:grpSpPr>
          <a:xfrm>
            <a:off x="4669520" y="2112538"/>
            <a:ext cx="354752" cy="281984"/>
            <a:chOff x="4697389" y="2036338"/>
            <a:chExt cx="354752" cy="281984"/>
          </a:xfrm>
        </p:grpSpPr>
        <p:sp>
          <p:nvSpPr>
            <p:cNvPr id="11302" name="Google Shape;11302;p5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57"/>
          <p:cNvGrpSpPr/>
          <p:nvPr/>
        </p:nvGrpSpPr>
        <p:grpSpPr>
          <a:xfrm>
            <a:off x="1376144" y="2500954"/>
            <a:ext cx="353600" cy="354944"/>
            <a:chOff x="1404013" y="2424754"/>
            <a:chExt cx="353600" cy="354944"/>
          </a:xfrm>
        </p:grpSpPr>
        <p:sp>
          <p:nvSpPr>
            <p:cNvPr id="11305" name="Google Shape;11305;p5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57"/>
          <p:cNvGrpSpPr/>
          <p:nvPr/>
        </p:nvGrpSpPr>
        <p:grpSpPr>
          <a:xfrm>
            <a:off x="826384" y="2504474"/>
            <a:ext cx="355104" cy="351040"/>
            <a:chOff x="854253" y="2428274"/>
            <a:chExt cx="355104" cy="351040"/>
          </a:xfrm>
        </p:grpSpPr>
        <p:sp>
          <p:nvSpPr>
            <p:cNvPr id="11311" name="Google Shape;11311;p5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57"/>
          <p:cNvGrpSpPr/>
          <p:nvPr/>
        </p:nvGrpSpPr>
        <p:grpSpPr>
          <a:xfrm>
            <a:off x="6869040" y="2517146"/>
            <a:ext cx="354752" cy="275904"/>
            <a:chOff x="6896909" y="2440946"/>
            <a:chExt cx="354752" cy="275904"/>
          </a:xfrm>
        </p:grpSpPr>
        <p:sp>
          <p:nvSpPr>
            <p:cNvPr id="11314" name="Google Shape;11314;p5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6" name="Google Shape;11316;p57"/>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7" name="Google Shape;11317;p57"/>
          <p:cNvGrpSpPr/>
          <p:nvPr/>
        </p:nvGrpSpPr>
        <p:grpSpPr>
          <a:xfrm>
            <a:off x="5237200" y="2500954"/>
            <a:ext cx="321984" cy="354560"/>
            <a:chOff x="5265069" y="2424754"/>
            <a:chExt cx="321984" cy="354560"/>
          </a:xfrm>
        </p:grpSpPr>
        <p:sp>
          <p:nvSpPr>
            <p:cNvPr id="11318" name="Google Shape;11318;p5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57"/>
          <p:cNvGrpSpPr/>
          <p:nvPr/>
        </p:nvGrpSpPr>
        <p:grpSpPr>
          <a:xfrm>
            <a:off x="4122800" y="2542970"/>
            <a:ext cx="355104" cy="259584"/>
            <a:chOff x="4150669" y="2466770"/>
            <a:chExt cx="355104" cy="259584"/>
          </a:xfrm>
        </p:grpSpPr>
        <p:sp>
          <p:nvSpPr>
            <p:cNvPr id="11321" name="Google Shape;11321;p5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57"/>
          <p:cNvGrpSpPr/>
          <p:nvPr/>
        </p:nvGrpSpPr>
        <p:grpSpPr>
          <a:xfrm>
            <a:off x="4671824" y="2501146"/>
            <a:ext cx="354336" cy="353984"/>
            <a:chOff x="4699693" y="2424946"/>
            <a:chExt cx="354336" cy="353984"/>
          </a:xfrm>
        </p:grpSpPr>
        <p:sp>
          <p:nvSpPr>
            <p:cNvPr id="11326" name="Google Shape;11326;p5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8" name="Google Shape;11328;p57"/>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7"/>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0" name="Google Shape;11330;p57"/>
          <p:cNvGrpSpPr/>
          <p:nvPr/>
        </p:nvGrpSpPr>
        <p:grpSpPr>
          <a:xfrm>
            <a:off x="1925168" y="2628442"/>
            <a:ext cx="355136" cy="227072"/>
            <a:chOff x="1953037" y="2552242"/>
            <a:chExt cx="355136" cy="227072"/>
          </a:xfrm>
        </p:grpSpPr>
        <p:sp>
          <p:nvSpPr>
            <p:cNvPr id="11331" name="Google Shape;11331;p5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3" name="Google Shape;11333;p57"/>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4" name="Google Shape;11334;p57"/>
          <p:cNvGrpSpPr/>
          <p:nvPr/>
        </p:nvGrpSpPr>
        <p:grpSpPr>
          <a:xfrm>
            <a:off x="2473072" y="2603418"/>
            <a:ext cx="355104" cy="250944"/>
            <a:chOff x="2500941" y="2527218"/>
            <a:chExt cx="355104" cy="250944"/>
          </a:xfrm>
        </p:grpSpPr>
        <p:sp>
          <p:nvSpPr>
            <p:cNvPr id="11335" name="Google Shape;11335;p5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0" name="Google Shape;11340;p57"/>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1" name="Google Shape;11341;p57"/>
          <p:cNvGrpSpPr/>
          <p:nvPr/>
        </p:nvGrpSpPr>
        <p:grpSpPr>
          <a:xfrm>
            <a:off x="7965936" y="2503322"/>
            <a:ext cx="356256" cy="351808"/>
            <a:chOff x="7993805" y="2427122"/>
            <a:chExt cx="356256" cy="351808"/>
          </a:xfrm>
        </p:grpSpPr>
        <p:sp>
          <p:nvSpPr>
            <p:cNvPr id="11342" name="Google Shape;11342;p5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57"/>
          <p:cNvGrpSpPr/>
          <p:nvPr/>
        </p:nvGrpSpPr>
        <p:grpSpPr>
          <a:xfrm>
            <a:off x="850768" y="2041210"/>
            <a:ext cx="308640" cy="353312"/>
            <a:chOff x="878637" y="1965010"/>
            <a:chExt cx="308640" cy="353312"/>
          </a:xfrm>
        </p:grpSpPr>
        <p:sp>
          <p:nvSpPr>
            <p:cNvPr id="11346" name="Google Shape;11346;p5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57"/>
          <p:cNvGrpSpPr/>
          <p:nvPr/>
        </p:nvGrpSpPr>
        <p:grpSpPr>
          <a:xfrm>
            <a:off x="6868272" y="2040922"/>
            <a:ext cx="348256" cy="352448"/>
            <a:chOff x="6896141" y="1964722"/>
            <a:chExt cx="348256" cy="352448"/>
          </a:xfrm>
        </p:grpSpPr>
        <p:sp>
          <p:nvSpPr>
            <p:cNvPr id="11350" name="Google Shape;11350;p5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57"/>
          <p:cNvGrpSpPr/>
          <p:nvPr/>
        </p:nvGrpSpPr>
        <p:grpSpPr>
          <a:xfrm>
            <a:off x="7962128" y="2091578"/>
            <a:ext cx="355136" cy="303328"/>
            <a:chOff x="7989997" y="2015378"/>
            <a:chExt cx="355136" cy="303328"/>
          </a:xfrm>
        </p:grpSpPr>
        <p:sp>
          <p:nvSpPr>
            <p:cNvPr id="11354" name="Google Shape;11354;p5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57"/>
          <p:cNvGrpSpPr/>
          <p:nvPr/>
        </p:nvGrpSpPr>
        <p:grpSpPr>
          <a:xfrm>
            <a:off x="3570352" y="1585562"/>
            <a:ext cx="348640" cy="330784"/>
            <a:chOff x="3598221" y="1509362"/>
            <a:chExt cx="348640" cy="330784"/>
          </a:xfrm>
        </p:grpSpPr>
        <p:sp>
          <p:nvSpPr>
            <p:cNvPr id="11358" name="Google Shape;11358;p5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57"/>
          <p:cNvGrpSpPr/>
          <p:nvPr/>
        </p:nvGrpSpPr>
        <p:grpSpPr>
          <a:xfrm>
            <a:off x="5218928" y="1576858"/>
            <a:ext cx="347872" cy="347488"/>
            <a:chOff x="5246797" y="1500658"/>
            <a:chExt cx="347872" cy="347488"/>
          </a:xfrm>
        </p:grpSpPr>
        <p:sp>
          <p:nvSpPr>
            <p:cNvPr id="11363" name="Google Shape;11363;p5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57"/>
          <p:cNvGrpSpPr/>
          <p:nvPr/>
        </p:nvGrpSpPr>
        <p:grpSpPr>
          <a:xfrm>
            <a:off x="5768720" y="1576858"/>
            <a:ext cx="349024" cy="346752"/>
            <a:chOff x="5796589" y="1500658"/>
            <a:chExt cx="349024" cy="346752"/>
          </a:xfrm>
        </p:grpSpPr>
        <p:sp>
          <p:nvSpPr>
            <p:cNvPr id="11368" name="Google Shape;11368;p5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57"/>
            <p:cNvGrpSpPr/>
            <p:nvPr/>
          </p:nvGrpSpPr>
          <p:grpSpPr>
            <a:xfrm>
              <a:off x="5796589" y="1500658"/>
              <a:ext cx="349024" cy="346752"/>
              <a:chOff x="5796589" y="1500658"/>
              <a:chExt cx="349024" cy="346752"/>
            </a:xfrm>
          </p:grpSpPr>
          <p:sp>
            <p:nvSpPr>
              <p:cNvPr id="11370" name="Google Shape;11370;p5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74" name="Google Shape;11374;p57"/>
          <p:cNvGrpSpPr/>
          <p:nvPr/>
        </p:nvGrpSpPr>
        <p:grpSpPr>
          <a:xfrm>
            <a:off x="6867504" y="1578778"/>
            <a:ext cx="348640" cy="343296"/>
            <a:chOff x="6895373" y="1502578"/>
            <a:chExt cx="348640" cy="343296"/>
          </a:xfrm>
        </p:grpSpPr>
        <p:sp>
          <p:nvSpPr>
            <p:cNvPr id="11375" name="Google Shape;11375;p5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57"/>
          <p:cNvGrpSpPr/>
          <p:nvPr/>
        </p:nvGrpSpPr>
        <p:grpSpPr>
          <a:xfrm>
            <a:off x="4119728" y="1581658"/>
            <a:ext cx="347904" cy="336992"/>
            <a:chOff x="4147597" y="1505458"/>
            <a:chExt cx="347904" cy="336992"/>
          </a:xfrm>
        </p:grpSpPr>
        <p:sp>
          <p:nvSpPr>
            <p:cNvPr id="11379" name="Google Shape;11379;p5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57"/>
          <p:cNvGrpSpPr/>
          <p:nvPr/>
        </p:nvGrpSpPr>
        <p:grpSpPr>
          <a:xfrm>
            <a:off x="2471536" y="1576090"/>
            <a:ext cx="347488" cy="348256"/>
            <a:chOff x="2499405" y="1499890"/>
            <a:chExt cx="347488" cy="348256"/>
          </a:xfrm>
        </p:grpSpPr>
        <p:sp>
          <p:nvSpPr>
            <p:cNvPr id="11387" name="Google Shape;11387;p5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57"/>
          <p:cNvGrpSpPr/>
          <p:nvPr/>
        </p:nvGrpSpPr>
        <p:grpSpPr>
          <a:xfrm>
            <a:off x="1928976" y="1576698"/>
            <a:ext cx="331520" cy="348032"/>
            <a:chOff x="1956845" y="1500498"/>
            <a:chExt cx="331520" cy="348032"/>
          </a:xfrm>
        </p:grpSpPr>
        <p:sp>
          <p:nvSpPr>
            <p:cNvPr id="11393" name="Google Shape;11393;p5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57"/>
          <p:cNvGrpSpPr/>
          <p:nvPr/>
        </p:nvGrpSpPr>
        <p:grpSpPr>
          <a:xfrm>
            <a:off x="6317744" y="1626074"/>
            <a:ext cx="348640" cy="250656"/>
            <a:chOff x="6345613" y="1549874"/>
            <a:chExt cx="348640" cy="250656"/>
          </a:xfrm>
        </p:grpSpPr>
        <p:sp>
          <p:nvSpPr>
            <p:cNvPr id="11406" name="Google Shape;11406;p5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57"/>
          <p:cNvGrpSpPr/>
          <p:nvPr/>
        </p:nvGrpSpPr>
        <p:grpSpPr>
          <a:xfrm>
            <a:off x="7416912" y="1583226"/>
            <a:ext cx="348640" cy="334272"/>
            <a:chOff x="7444781" y="1507026"/>
            <a:chExt cx="348640" cy="334272"/>
          </a:xfrm>
        </p:grpSpPr>
        <p:sp>
          <p:nvSpPr>
            <p:cNvPr id="11413" name="Google Shape;11413;p5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57"/>
          <p:cNvGrpSpPr/>
          <p:nvPr/>
        </p:nvGrpSpPr>
        <p:grpSpPr>
          <a:xfrm>
            <a:off x="7967472" y="1582938"/>
            <a:ext cx="347872" cy="334944"/>
            <a:chOff x="7995341" y="1506738"/>
            <a:chExt cx="347872" cy="334944"/>
          </a:xfrm>
        </p:grpSpPr>
        <p:sp>
          <p:nvSpPr>
            <p:cNvPr id="11419" name="Google Shape;11419;p5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57"/>
          <p:cNvGrpSpPr/>
          <p:nvPr/>
        </p:nvGrpSpPr>
        <p:grpSpPr>
          <a:xfrm>
            <a:off x="3020176" y="1599130"/>
            <a:ext cx="347872" cy="303904"/>
            <a:chOff x="3048045" y="1522930"/>
            <a:chExt cx="347872" cy="303904"/>
          </a:xfrm>
        </p:grpSpPr>
        <p:sp>
          <p:nvSpPr>
            <p:cNvPr id="11426" name="Google Shape;11426;p5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7" name="Google Shape;11427;p57"/>
            <p:cNvGrpSpPr/>
            <p:nvPr/>
          </p:nvGrpSpPr>
          <p:grpSpPr>
            <a:xfrm>
              <a:off x="3048045" y="1522930"/>
              <a:ext cx="347872" cy="303904"/>
              <a:chOff x="3048045" y="1522930"/>
              <a:chExt cx="347872" cy="303904"/>
            </a:xfrm>
          </p:grpSpPr>
          <p:sp>
            <p:nvSpPr>
              <p:cNvPr id="11428" name="Google Shape;11428;p5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0" name="Google Shape;11430;p57"/>
          <p:cNvGrpSpPr/>
          <p:nvPr/>
        </p:nvGrpSpPr>
        <p:grpSpPr>
          <a:xfrm>
            <a:off x="1105264" y="3428122"/>
            <a:ext cx="313984" cy="358560"/>
            <a:chOff x="1133133" y="3351922"/>
            <a:chExt cx="313984" cy="358560"/>
          </a:xfrm>
        </p:grpSpPr>
        <p:sp>
          <p:nvSpPr>
            <p:cNvPr id="11431" name="Google Shape;11431;p5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7" name="Google Shape;11447;p57"/>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8" name="Google Shape;11448;p57"/>
          <p:cNvGrpSpPr/>
          <p:nvPr/>
        </p:nvGrpSpPr>
        <p:grpSpPr>
          <a:xfrm>
            <a:off x="2767184" y="3428794"/>
            <a:ext cx="288448" cy="357120"/>
            <a:chOff x="2795053" y="3352594"/>
            <a:chExt cx="288448" cy="357120"/>
          </a:xfrm>
        </p:grpSpPr>
        <p:sp>
          <p:nvSpPr>
            <p:cNvPr id="11449" name="Google Shape;11449;p5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57"/>
          <p:cNvGrpSpPr/>
          <p:nvPr/>
        </p:nvGrpSpPr>
        <p:grpSpPr>
          <a:xfrm>
            <a:off x="2208656" y="3429402"/>
            <a:ext cx="304832" cy="356512"/>
            <a:chOff x="2236525" y="3353202"/>
            <a:chExt cx="304832" cy="356512"/>
          </a:xfrm>
        </p:grpSpPr>
        <p:sp>
          <p:nvSpPr>
            <p:cNvPr id="11459" name="Google Shape;11459;p5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57"/>
          <p:cNvGrpSpPr/>
          <p:nvPr/>
        </p:nvGrpSpPr>
        <p:grpSpPr>
          <a:xfrm>
            <a:off x="3882768" y="3428890"/>
            <a:ext cx="256800" cy="357024"/>
            <a:chOff x="3910637" y="3352690"/>
            <a:chExt cx="256800" cy="357024"/>
          </a:xfrm>
        </p:grpSpPr>
        <p:sp>
          <p:nvSpPr>
            <p:cNvPr id="11463" name="Google Shape;11463;p5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57"/>
          <p:cNvGrpSpPr/>
          <p:nvPr/>
        </p:nvGrpSpPr>
        <p:grpSpPr>
          <a:xfrm>
            <a:off x="6028560" y="3428122"/>
            <a:ext cx="360064" cy="360096"/>
            <a:chOff x="6056429" y="3351922"/>
            <a:chExt cx="360064" cy="360096"/>
          </a:xfrm>
        </p:grpSpPr>
        <p:sp>
          <p:nvSpPr>
            <p:cNvPr id="11467" name="Google Shape;11467;p5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57"/>
          <p:cNvGrpSpPr/>
          <p:nvPr/>
        </p:nvGrpSpPr>
        <p:grpSpPr>
          <a:xfrm>
            <a:off x="6581008" y="3429274"/>
            <a:ext cx="357408" cy="357408"/>
            <a:chOff x="6608877" y="3353074"/>
            <a:chExt cx="357408" cy="357408"/>
          </a:xfrm>
        </p:grpSpPr>
        <p:sp>
          <p:nvSpPr>
            <p:cNvPr id="11471" name="Google Shape;11471;p5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8" name="Google Shape;11478;p57"/>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7"/>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0" name="Google Shape;11480;p57"/>
          <p:cNvGrpSpPr/>
          <p:nvPr/>
        </p:nvGrpSpPr>
        <p:grpSpPr>
          <a:xfrm>
            <a:off x="4931664" y="3446426"/>
            <a:ext cx="357408" cy="323488"/>
            <a:chOff x="4959533" y="3370226"/>
            <a:chExt cx="357408" cy="323488"/>
          </a:xfrm>
        </p:grpSpPr>
        <p:sp>
          <p:nvSpPr>
            <p:cNvPr id="11481" name="Google Shape;11481;p5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57"/>
          <p:cNvGrpSpPr/>
          <p:nvPr/>
        </p:nvGrpSpPr>
        <p:grpSpPr>
          <a:xfrm>
            <a:off x="7130768" y="3429274"/>
            <a:ext cx="357056" cy="357408"/>
            <a:chOff x="7158637" y="3353074"/>
            <a:chExt cx="357056" cy="357408"/>
          </a:xfrm>
        </p:grpSpPr>
        <p:sp>
          <p:nvSpPr>
            <p:cNvPr id="11484" name="Google Shape;11484;p5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57"/>
          <p:cNvGrpSpPr/>
          <p:nvPr/>
        </p:nvGrpSpPr>
        <p:grpSpPr>
          <a:xfrm>
            <a:off x="3288400" y="3428602"/>
            <a:ext cx="344832" cy="356544"/>
            <a:chOff x="3316269" y="3352402"/>
            <a:chExt cx="344832" cy="356544"/>
          </a:xfrm>
        </p:grpSpPr>
        <p:sp>
          <p:nvSpPr>
            <p:cNvPr id="11489" name="Google Shape;11489;p5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57"/>
          <p:cNvGrpSpPr/>
          <p:nvPr/>
        </p:nvGrpSpPr>
        <p:grpSpPr>
          <a:xfrm>
            <a:off x="5481040" y="3447706"/>
            <a:ext cx="358560" cy="319552"/>
            <a:chOff x="5508909" y="3371506"/>
            <a:chExt cx="358560" cy="319552"/>
          </a:xfrm>
        </p:grpSpPr>
        <p:sp>
          <p:nvSpPr>
            <p:cNvPr id="11493" name="Google Shape;11493;p5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3" name="Google Shape;11503;p5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07" name="Shape 11507"/>
        <p:cNvGrpSpPr/>
        <p:nvPr/>
      </p:nvGrpSpPr>
      <p:grpSpPr>
        <a:xfrm>
          <a:off x="0" y="0"/>
          <a:ext cx="0" cy="0"/>
          <a:chOff x="0" y="0"/>
          <a:chExt cx="0" cy="0"/>
        </a:xfrm>
      </p:grpSpPr>
      <p:sp>
        <p:nvSpPr>
          <p:cNvPr id="11508" name="Google Shape;11508;p58"/>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9" name="Google Shape;11509;p58"/>
          <p:cNvGrpSpPr/>
          <p:nvPr/>
        </p:nvGrpSpPr>
        <p:grpSpPr>
          <a:xfrm>
            <a:off x="3026217" y="3893352"/>
            <a:ext cx="346056" cy="345674"/>
            <a:chOff x="3303268" y="3817349"/>
            <a:chExt cx="346056" cy="345674"/>
          </a:xfrm>
        </p:grpSpPr>
        <p:sp>
          <p:nvSpPr>
            <p:cNvPr id="11510" name="Google Shape;11510;p5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58"/>
          <p:cNvGrpSpPr/>
          <p:nvPr/>
        </p:nvGrpSpPr>
        <p:grpSpPr>
          <a:xfrm>
            <a:off x="3475306" y="3893352"/>
            <a:ext cx="346056" cy="345674"/>
            <a:chOff x="3752358" y="3817349"/>
            <a:chExt cx="346056" cy="345674"/>
          </a:xfrm>
        </p:grpSpPr>
        <p:sp>
          <p:nvSpPr>
            <p:cNvPr id="11515" name="Google Shape;11515;p5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58"/>
          <p:cNvGrpSpPr/>
          <p:nvPr/>
        </p:nvGrpSpPr>
        <p:grpSpPr>
          <a:xfrm>
            <a:off x="4822956" y="3893352"/>
            <a:ext cx="346024" cy="345674"/>
            <a:chOff x="5100008" y="3817349"/>
            <a:chExt cx="346024" cy="345674"/>
          </a:xfrm>
        </p:grpSpPr>
        <p:sp>
          <p:nvSpPr>
            <p:cNvPr id="11520" name="Google Shape;11520;p5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58"/>
          <p:cNvGrpSpPr/>
          <p:nvPr/>
        </p:nvGrpSpPr>
        <p:grpSpPr>
          <a:xfrm>
            <a:off x="5721867" y="3893352"/>
            <a:ext cx="345674" cy="345674"/>
            <a:chOff x="5998919" y="3817349"/>
            <a:chExt cx="345674" cy="345674"/>
          </a:xfrm>
        </p:grpSpPr>
        <p:sp>
          <p:nvSpPr>
            <p:cNvPr id="11524" name="Google Shape;11524;p5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58"/>
          <p:cNvGrpSpPr/>
          <p:nvPr/>
        </p:nvGrpSpPr>
        <p:grpSpPr>
          <a:xfrm>
            <a:off x="3924396" y="3893352"/>
            <a:ext cx="346024" cy="345674"/>
            <a:chOff x="4201447" y="3817349"/>
            <a:chExt cx="346024" cy="345674"/>
          </a:xfrm>
        </p:grpSpPr>
        <p:sp>
          <p:nvSpPr>
            <p:cNvPr id="11528" name="Google Shape;11528;p5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58"/>
          <p:cNvGrpSpPr/>
          <p:nvPr/>
        </p:nvGrpSpPr>
        <p:grpSpPr>
          <a:xfrm>
            <a:off x="4373867" y="3893352"/>
            <a:ext cx="346024" cy="345674"/>
            <a:chOff x="4650919" y="3817349"/>
            <a:chExt cx="346024" cy="345674"/>
          </a:xfrm>
        </p:grpSpPr>
        <p:sp>
          <p:nvSpPr>
            <p:cNvPr id="11531" name="Google Shape;11531;p5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58"/>
          <p:cNvGrpSpPr/>
          <p:nvPr/>
        </p:nvGrpSpPr>
        <p:grpSpPr>
          <a:xfrm>
            <a:off x="5272810" y="3893352"/>
            <a:ext cx="345642" cy="345674"/>
            <a:chOff x="5549861" y="3817349"/>
            <a:chExt cx="345642" cy="345674"/>
          </a:xfrm>
        </p:grpSpPr>
        <p:sp>
          <p:nvSpPr>
            <p:cNvPr id="11535" name="Google Shape;11535;p5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58"/>
          <p:cNvGrpSpPr/>
          <p:nvPr/>
        </p:nvGrpSpPr>
        <p:grpSpPr>
          <a:xfrm>
            <a:off x="1281335" y="3474029"/>
            <a:ext cx="367255" cy="269855"/>
            <a:chOff x="1306445" y="3397829"/>
            <a:chExt cx="367255" cy="269855"/>
          </a:xfrm>
        </p:grpSpPr>
        <p:sp>
          <p:nvSpPr>
            <p:cNvPr id="11539" name="Google Shape;11539;p5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58"/>
          <p:cNvGrpSpPr/>
          <p:nvPr/>
        </p:nvGrpSpPr>
        <p:grpSpPr>
          <a:xfrm>
            <a:off x="1756207" y="3467600"/>
            <a:ext cx="367255" cy="282364"/>
            <a:chOff x="1781317" y="3391400"/>
            <a:chExt cx="367255" cy="282364"/>
          </a:xfrm>
        </p:grpSpPr>
        <p:sp>
          <p:nvSpPr>
            <p:cNvPr id="11546" name="Google Shape;11546;p5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58"/>
          <p:cNvGrpSpPr/>
          <p:nvPr/>
        </p:nvGrpSpPr>
        <p:grpSpPr>
          <a:xfrm>
            <a:off x="3653720" y="3447133"/>
            <a:ext cx="369164" cy="323297"/>
            <a:chOff x="3678830" y="3370933"/>
            <a:chExt cx="369164" cy="323297"/>
          </a:xfrm>
        </p:grpSpPr>
        <p:sp>
          <p:nvSpPr>
            <p:cNvPr id="11553" name="Google Shape;11553;p5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58"/>
          <p:cNvGrpSpPr/>
          <p:nvPr/>
        </p:nvGrpSpPr>
        <p:grpSpPr>
          <a:xfrm>
            <a:off x="834155" y="3424375"/>
            <a:ext cx="312316" cy="368400"/>
            <a:chOff x="859265" y="3348175"/>
            <a:chExt cx="312316" cy="368400"/>
          </a:xfrm>
        </p:grpSpPr>
        <p:sp>
          <p:nvSpPr>
            <p:cNvPr id="11565" name="Google Shape;11565;p5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0" name="Google Shape;11570;p58"/>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1" name="Google Shape;11571;p58"/>
          <p:cNvGrpSpPr/>
          <p:nvPr/>
        </p:nvGrpSpPr>
        <p:grpSpPr>
          <a:xfrm>
            <a:off x="2741264" y="3437213"/>
            <a:ext cx="330110" cy="308908"/>
            <a:chOff x="2766264" y="3394042"/>
            <a:chExt cx="294873" cy="275934"/>
          </a:xfrm>
        </p:grpSpPr>
        <p:sp>
          <p:nvSpPr>
            <p:cNvPr id="11572" name="Google Shape;11572;p5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58"/>
          <p:cNvGrpSpPr/>
          <p:nvPr/>
        </p:nvGrpSpPr>
        <p:grpSpPr>
          <a:xfrm>
            <a:off x="3189862" y="3435388"/>
            <a:ext cx="346406" cy="347552"/>
            <a:chOff x="3214972" y="3359188"/>
            <a:chExt cx="346406" cy="347552"/>
          </a:xfrm>
        </p:grpSpPr>
        <p:sp>
          <p:nvSpPr>
            <p:cNvPr id="11577" name="Google Shape;11577;p5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58"/>
          <p:cNvGrpSpPr/>
          <p:nvPr/>
        </p:nvGrpSpPr>
        <p:grpSpPr>
          <a:xfrm>
            <a:off x="4604196" y="3485393"/>
            <a:ext cx="367255" cy="244486"/>
            <a:chOff x="4629306" y="3409193"/>
            <a:chExt cx="367255" cy="244486"/>
          </a:xfrm>
        </p:grpSpPr>
        <p:sp>
          <p:nvSpPr>
            <p:cNvPr id="11592" name="Google Shape;11592;p5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58"/>
          <p:cNvGrpSpPr/>
          <p:nvPr/>
        </p:nvGrpSpPr>
        <p:grpSpPr>
          <a:xfrm>
            <a:off x="4168380" y="3426284"/>
            <a:ext cx="289939" cy="334661"/>
            <a:chOff x="4193490" y="3350084"/>
            <a:chExt cx="289939" cy="334661"/>
          </a:xfrm>
        </p:grpSpPr>
        <p:sp>
          <p:nvSpPr>
            <p:cNvPr id="11603" name="Google Shape;11603;p5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58"/>
          <p:cNvGrpSpPr/>
          <p:nvPr/>
        </p:nvGrpSpPr>
        <p:grpSpPr>
          <a:xfrm>
            <a:off x="6508171" y="3427430"/>
            <a:ext cx="357037" cy="357005"/>
            <a:chOff x="6533281" y="3351230"/>
            <a:chExt cx="357037" cy="357005"/>
          </a:xfrm>
        </p:grpSpPr>
        <p:sp>
          <p:nvSpPr>
            <p:cNvPr id="11614" name="Google Shape;11614;p5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58"/>
          <p:cNvGrpSpPr/>
          <p:nvPr/>
        </p:nvGrpSpPr>
        <p:grpSpPr>
          <a:xfrm>
            <a:off x="6033331" y="3427430"/>
            <a:ext cx="357387" cy="357005"/>
            <a:chOff x="6058441" y="3351230"/>
            <a:chExt cx="357387" cy="357005"/>
          </a:xfrm>
        </p:grpSpPr>
        <p:sp>
          <p:nvSpPr>
            <p:cNvPr id="11618" name="Google Shape;11618;p5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58"/>
          <p:cNvGrpSpPr/>
          <p:nvPr/>
        </p:nvGrpSpPr>
        <p:grpSpPr>
          <a:xfrm>
            <a:off x="7932373" y="3427048"/>
            <a:ext cx="357387" cy="357387"/>
            <a:chOff x="7957483" y="3350848"/>
            <a:chExt cx="357387" cy="357387"/>
          </a:xfrm>
        </p:grpSpPr>
        <p:sp>
          <p:nvSpPr>
            <p:cNvPr id="11621" name="Google Shape;11621;p5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58"/>
          <p:cNvGrpSpPr/>
          <p:nvPr/>
        </p:nvGrpSpPr>
        <p:grpSpPr>
          <a:xfrm>
            <a:off x="6982661" y="3427430"/>
            <a:ext cx="357387" cy="357005"/>
            <a:chOff x="7007771" y="3351230"/>
            <a:chExt cx="357387" cy="357005"/>
          </a:xfrm>
        </p:grpSpPr>
        <p:sp>
          <p:nvSpPr>
            <p:cNvPr id="11625" name="Google Shape;11625;p5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58"/>
          <p:cNvGrpSpPr/>
          <p:nvPr/>
        </p:nvGrpSpPr>
        <p:grpSpPr>
          <a:xfrm>
            <a:off x="5083620" y="3427430"/>
            <a:ext cx="357005" cy="357005"/>
            <a:chOff x="5108729" y="3351230"/>
            <a:chExt cx="357005" cy="357005"/>
          </a:xfrm>
        </p:grpSpPr>
        <p:sp>
          <p:nvSpPr>
            <p:cNvPr id="11631" name="Google Shape;11631;p5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58"/>
          <p:cNvGrpSpPr/>
          <p:nvPr/>
        </p:nvGrpSpPr>
        <p:grpSpPr>
          <a:xfrm>
            <a:off x="5558459" y="3427430"/>
            <a:ext cx="357419" cy="357005"/>
            <a:chOff x="5583569" y="3351230"/>
            <a:chExt cx="357419" cy="357005"/>
          </a:xfrm>
        </p:grpSpPr>
        <p:sp>
          <p:nvSpPr>
            <p:cNvPr id="11634" name="Google Shape;11634;p5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58"/>
          <p:cNvGrpSpPr/>
          <p:nvPr/>
        </p:nvGrpSpPr>
        <p:grpSpPr>
          <a:xfrm>
            <a:off x="7457119" y="3427430"/>
            <a:ext cx="357419" cy="357005"/>
            <a:chOff x="7482229" y="3351230"/>
            <a:chExt cx="357419" cy="357005"/>
          </a:xfrm>
        </p:grpSpPr>
        <p:sp>
          <p:nvSpPr>
            <p:cNvPr id="11637" name="Google Shape;11637;p5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58"/>
          <p:cNvGrpSpPr/>
          <p:nvPr/>
        </p:nvGrpSpPr>
        <p:grpSpPr>
          <a:xfrm>
            <a:off x="3739375" y="2966882"/>
            <a:ext cx="222874" cy="345737"/>
            <a:chOff x="3764485" y="2890682"/>
            <a:chExt cx="222874" cy="345737"/>
          </a:xfrm>
        </p:grpSpPr>
        <p:sp>
          <p:nvSpPr>
            <p:cNvPr id="11643" name="Google Shape;11643;p5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58"/>
          <p:cNvGrpSpPr/>
          <p:nvPr/>
        </p:nvGrpSpPr>
        <p:grpSpPr>
          <a:xfrm>
            <a:off x="2213507" y="2984331"/>
            <a:ext cx="422596" cy="310382"/>
            <a:chOff x="2278533" y="2937377"/>
            <a:chExt cx="346788" cy="254704"/>
          </a:xfrm>
        </p:grpSpPr>
        <p:sp>
          <p:nvSpPr>
            <p:cNvPr id="11647" name="Google Shape;11647;p5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9" name="Google Shape;11649;p58"/>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0" name="Google Shape;11650;p58"/>
          <p:cNvGrpSpPr/>
          <p:nvPr/>
        </p:nvGrpSpPr>
        <p:grpSpPr>
          <a:xfrm>
            <a:off x="1811527" y="2967710"/>
            <a:ext cx="286152" cy="346438"/>
            <a:chOff x="1836637" y="2891510"/>
            <a:chExt cx="286152" cy="346438"/>
          </a:xfrm>
        </p:grpSpPr>
        <p:sp>
          <p:nvSpPr>
            <p:cNvPr id="11651" name="Google Shape;11651;p5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58"/>
          <p:cNvGrpSpPr/>
          <p:nvPr/>
        </p:nvGrpSpPr>
        <p:grpSpPr>
          <a:xfrm>
            <a:off x="5560751" y="2982129"/>
            <a:ext cx="379764" cy="337684"/>
            <a:chOff x="5585861" y="2905929"/>
            <a:chExt cx="379764" cy="337684"/>
          </a:xfrm>
        </p:grpSpPr>
        <p:sp>
          <p:nvSpPr>
            <p:cNvPr id="11655" name="Google Shape;11655;p5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58"/>
          <p:cNvGrpSpPr/>
          <p:nvPr/>
        </p:nvGrpSpPr>
        <p:grpSpPr>
          <a:xfrm>
            <a:off x="1302566" y="2986680"/>
            <a:ext cx="347934" cy="310024"/>
            <a:chOff x="1327676" y="2910480"/>
            <a:chExt cx="347934" cy="310024"/>
          </a:xfrm>
        </p:grpSpPr>
        <p:sp>
          <p:nvSpPr>
            <p:cNvPr id="11660" name="Google Shape;11660;p5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5" name="Google Shape;11665;p58"/>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6" name="Google Shape;11666;p58"/>
          <p:cNvGrpSpPr/>
          <p:nvPr/>
        </p:nvGrpSpPr>
        <p:grpSpPr>
          <a:xfrm>
            <a:off x="2728291" y="2945764"/>
            <a:ext cx="382828" cy="358601"/>
            <a:chOff x="2753373" y="2902523"/>
            <a:chExt cx="347552" cy="325557"/>
          </a:xfrm>
        </p:grpSpPr>
        <p:sp>
          <p:nvSpPr>
            <p:cNvPr id="11667" name="Google Shape;11667;p5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58"/>
          <p:cNvGrpSpPr/>
          <p:nvPr/>
        </p:nvGrpSpPr>
        <p:grpSpPr>
          <a:xfrm>
            <a:off x="823906" y="2979455"/>
            <a:ext cx="356655" cy="335425"/>
            <a:chOff x="849016" y="2903255"/>
            <a:chExt cx="356655" cy="335425"/>
          </a:xfrm>
        </p:grpSpPr>
        <p:sp>
          <p:nvSpPr>
            <p:cNvPr id="11674" name="Google Shape;11674;p5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58"/>
          <p:cNvGrpSpPr/>
          <p:nvPr/>
        </p:nvGrpSpPr>
        <p:grpSpPr>
          <a:xfrm>
            <a:off x="4185823" y="3002977"/>
            <a:ext cx="280072" cy="275520"/>
            <a:chOff x="4210933" y="2926777"/>
            <a:chExt cx="280072" cy="275520"/>
          </a:xfrm>
        </p:grpSpPr>
        <p:sp>
          <p:nvSpPr>
            <p:cNvPr id="11686" name="Google Shape;11686;p5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58"/>
          <p:cNvGrpSpPr/>
          <p:nvPr/>
        </p:nvGrpSpPr>
        <p:grpSpPr>
          <a:xfrm>
            <a:off x="4642106" y="2991582"/>
            <a:ext cx="320273" cy="318395"/>
            <a:chOff x="4667216" y="2915382"/>
            <a:chExt cx="320273" cy="318395"/>
          </a:xfrm>
        </p:grpSpPr>
        <p:sp>
          <p:nvSpPr>
            <p:cNvPr id="11700" name="Google Shape;11700;p5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58"/>
          <p:cNvGrpSpPr/>
          <p:nvPr/>
        </p:nvGrpSpPr>
        <p:grpSpPr>
          <a:xfrm>
            <a:off x="5145370" y="3010839"/>
            <a:ext cx="261929" cy="280550"/>
            <a:chOff x="5170480" y="2934639"/>
            <a:chExt cx="261929" cy="280550"/>
          </a:xfrm>
        </p:grpSpPr>
        <p:sp>
          <p:nvSpPr>
            <p:cNvPr id="11705" name="Google Shape;11705;p5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58"/>
          <p:cNvGrpSpPr/>
          <p:nvPr/>
        </p:nvGrpSpPr>
        <p:grpSpPr>
          <a:xfrm>
            <a:off x="6044313" y="2968091"/>
            <a:ext cx="362321" cy="364231"/>
            <a:chOff x="6069423" y="2891892"/>
            <a:chExt cx="362321" cy="364231"/>
          </a:xfrm>
        </p:grpSpPr>
        <p:sp>
          <p:nvSpPr>
            <p:cNvPr id="11713" name="Google Shape;11713;p5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58"/>
          <p:cNvGrpSpPr/>
          <p:nvPr/>
        </p:nvGrpSpPr>
        <p:grpSpPr>
          <a:xfrm>
            <a:off x="6546845" y="2995370"/>
            <a:ext cx="308878" cy="311170"/>
            <a:chOff x="6571955" y="2919170"/>
            <a:chExt cx="308878" cy="311170"/>
          </a:xfrm>
        </p:grpSpPr>
        <p:sp>
          <p:nvSpPr>
            <p:cNvPr id="11720" name="Google Shape;11720;p5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58"/>
          <p:cNvGrpSpPr/>
          <p:nvPr/>
        </p:nvGrpSpPr>
        <p:grpSpPr>
          <a:xfrm>
            <a:off x="7474944" y="3010935"/>
            <a:ext cx="350576" cy="280454"/>
            <a:chOff x="7500054" y="2934735"/>
            <a:chExt cx="350576" cy="280454"/>
          </a:xfrm>
        </p:grpSpPr>
        <p:sp>
          <p:nvSpPr>
            <p:cNvPr id="11731" name="Google Shape;11731;p5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58"/>
          <p:cNvGrpSpPr/>
          <p:nvPr/>
        </p:nvGrpSpPr>
        <p:grpSpPr>
          <a:xfrm>
            <a:off x="6987570" y="2950862"/>
            <a:ext cx="332012" cy="355454"/>
            <a:chOff x="7055134" y="2919170"/>
            <a:chExt cx="290321" cy="310820"/>
          </a:xfrm>
        </p:grpSpPr>
        <p:sp>
          <p:nvSpPr>
            <p:cNvPr id="11740" name="Google Shape;11740;p5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58"/>
          <p:cNvGrpSpPr/>
          <p:nvPr/>
        </p:nvGrpSpPr>
        <p:grpSpPr>
          <a:xfrm>
            <a:off x="7960033" y="2976813"/>
            <a:ext cx="330109" cy="347552"/>
            <a:chOff x="7985143" y="2900613"/>
            <a:chExt cx="330109" cy="347552"/>
          </a:xfrm>
        </p:grpSpPr>
        <p:sp>
          <p:nvSpPr>
            <p:cNvPr id="11755" name="Google Shape;11755;p5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58"/>
          <p:cNvGrpSpPr/>
          <p:nvPr/>
        </p:nvGrpSpPr>
        <p:grpSpPr>
          <a:xfrm>
            <a:off x="7965731" y="2511426"/>
            <a:ext cx="354363" cy="353631"/>
            <a:chOff x="7990840" y="2435226"/>
            <a:chExt cx="354363" cy="353631"/>
          </a:xfrm>
        </p:grpSpPr>
        <p:sp>
          <p:nvSpPr>
            <p:cNvPr id="11764" name="Google Shape;11764;p5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58"/>
          <p:cNvGrpSpPr/>
          <p:nvPr/>
        </p:nvGrpSpPr>
        <p:grpSpPr>
          <a:xfrm>
            <a:off x="1792207" y="2556530"/>
            <a:ext cx="350958" cy="263043"/>
            <a:chOff x="1817317" y="2480330"/>
            <a:chExt cx="350958" cy="263043"/>
          </a:xfrm>
        </p:grpSpPr>
        <p:sp>
          <p:nvSpPr>
            <p:cNvPr id="11768" name="Google Shape;11768;p5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58"/>
          <p:cNvGrpSpPr/>
          <p:nvPr/>
        </p:nvGrpSpPr>
        <p:grpSpPr>
          <a:xfrm>
            <a:off x="1316617" y="2559549"/>
            <a:ext cx="419913" cy="308109"/>
            <a:chOff x="1341727" y="2483349"/>
            <a:chExt cx="419913" cy="308109"/>
          </a:xfrm>
        </p:grpSpPr>
        <p:sp>
          <p:nvSpPr>
            <p:cNvPr id="11774" name="Google Shape;11774;p5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58"/>
          <p:cNvGrpSpPr/>
          <p:nvPr/>
        </p:nvGrpSpPr>
        <p:grpSpPr>
          <a:xfrm>
            <a:off x="829222" y="2523936"/>
            <a:ext cx="376358" cy="330109"/>
            <a:chOff x="854332" y="2447736"/>
            <a:chExt cx="376358" cy="330109"/>
          </a:xfrm>
        </p:grpSpPr>
        <p:sp>
          <p:nvSpPr>
            <p:cNvPr id="11778" name="Google Shape;11778;p5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58"/>
          <p:cNvGrpSpPr/>
          <p:nvPr/>
        </p:nvGrpSpPr>
        <p:grpSpPr>
          <a:xfrm>
            <a:off x="4181653" y="2527151"/>
            <a:ext cx="322151" cy="322374"/>
            <a:chOff x="4206763" y="2450951"/>
            <a:chExt cx="322151" cy="322374"/>
          </a:xfrm>
        </p:grpSpPr>
        <p:sp>
          <p:nvSpPr>
            <p:cNvPr id="11787" name="Google Shape;11787;p5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58"/>
          <p:cNvGrpSpPr/>
          <p:nvPr/>
        </p:nvGrpSpPr>
        <p:grpSpPr>
          <a:xfrm>
            <a:off x="7491236" y="2526259"/>
            <a:ext cx="327976" cy="324316"/>
            <a:chOff x="7528096" y="2450059"/>
            <a:chExt cx="327976" cy="324316"/>
          </a:xfrm>
        </p:grpSpPr>
        <p:sp>
          <p:nvSpPr>
            <p:cNvPr id="11790" name="Google Shape;11790;p5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58"/>
          <p:cNvGrpSpPr/>
          <p:nvPr/>
        </p:nvGrpSpPr>
        <p:grpSpPr>
          <a:xfrm>
            <a:off x="7052019" y="2588742"/>
            <a:ext cx="282364" cy="198619"/>
            <a:chOff x="7077129" y="2512542"/>
            <a:chExt cx="282364" cy="198619"/>
          </a:xfrm>
        </p:grpSpPr>
        <p:sp>
          <p:nvSpPr>
            <p:cNvPr id="11796" name="Google Shape;11796;p5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58"/>
          <p:cNvGrpSpPr/>
          <p:nvPr/>
        </p:nvGrpSpPr>
        <p:grpSpPr>
          <a:xfrm>
            <a:off x="3700351" y="2520912"/>
            <a:ext cx="334279" cy="334661"/>
            <a:chOff x="3725461" y="2444712"/>
            <a:chExt cx="334279" cy="334661"/>
          </a:xfrm>
        </p:grpSpPr>
        <p:sp>
          <p:nvSpPr>
            <p:cNvPr id="11803" name="Google Shape;11803;p5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58"/>
          <p:cNvGrpSpPr/>
          <p:nvPr/>
        </p:nvGrpSpPr>
        <p:grpSpPr>
          <a:xfrm>
            <a:off x="6552128" y="2533421"/>
            <a:ext cx="332019" cy="310788"/>
            <a:chOff x="6577238" y="2457221"/>
            <a:chExt cx="332019" cy="310788"/>
          </a:xfrm>
        </p:grpSpPr>
        <p:sp>
          <p:nvSpPr>
            <p:cNvPr id="11811" name="Google Shape;11811;p5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58"/>
          <p:cNvGrpSpPr/>
          <p:nvPr/>
        </p:nvGrpSpPr>
        <p:grpSpPr>
          <a:xfrm>
            <a:off x="2793451" y="2515978"/>
            <a:ext cx="247892" cy="346024"/>
            <a:chOff x="2818561" y="2439778"/>
            <a:chExt cx="247892" cy="346024"/>
          </a:xfrm>
        </p:grpSpPr>
        <p:sp>
          <p:nvSpPr>
            <p:cNvPr id="11818" name="Google Shape;11818;p5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58"/>
          <p:cNvGrpSpPr/>
          <p:nvPr/>
        </p:nvGrpSpPr>
        <p:grpSpPr>
          <a:xfrm>
            <a:off x="3182668" y="2550832"/>
            <a:ext cx="419933" cy="275170"/>
            <a:chOff x="3207778" y="2474632"/>
            <a:chExt cx="419933" cy="275170"/>
          </a:xfrm>
        </p:grpSpPr>
        <p:sp>
          <p:nvSpPr>
            <p:cNvPr id="11831" name="Google Shape;11831;p5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58"/>
          <p:cNvGrpSpPr/>
          <p:nvPr/>
        </p:nvGrpSpPr>
        <p:grpSpPr>
          <a:xfrm>
            <a:off x="6074265" y="2532275"/>
            <a:ext cx="337684" cy="314194"/>
            <a:chOff x="6099375" y="2456075"/>
            <a:chExt cx="337684" cy="314194"/>
          </a:xfrm>
        </p:grpSpPr>
        <p:sp>
          <p:nvSpPr>
            <p:cNvPr id="11846" name="Google Shape;11846;p5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58"/>
          <p:cNvGrpSpPr/>
          <p:nvPr/>
        </p:nvGrpSpPr>
        <p:grpSpPr>
          <a:xfrm>
            <a:off x="2287513" y="2544784"/>
            <a:ext cx="312698" cy="286534"/>
            <a:chOff x="2312623" y="2468584"/>
            <a:chExt cx="312698" cy="286534"/>
          </a:xfrm>
        </p:grpSpPr>
        <p:sp>
          <p:nvSpPr>
            <p:cNvPr id="11849" name="Google Shape;11849;p5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58"/>
          <p:cNvGrpSpPr/>
          <p:nvPr/>
        </p:nvGrpSpPr>
        <p:grpSpPr>
          <a:xfrm>
            <a:off x="5593695" y="2517124"/>
            <a:ext cx="345292" cy="342618"/>
            <a:chOff x="5618805" y="2440924"/>
            <a:chExt cx="345292" cy="342618"/>
          </a:xfrm>
        </p:grpSpPr>
        <p:sp>
          <p:nvSpPr>
            <p:cNvPr id="11853" name="Google Shape;11853;p5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58"/>
          <p:cNvGrpSpPr/>
          <p:nvPr/>
        </p:nvGrpSpPr>
        <p:grpSpPr>
          <a:xfrm>
            <a:off x="4628069" y="2522790"/>
            <a:ext cx="377886" cy="331255"/>
            <a:chOff x="4653179" y="2446590"/>
            <a:chExt cx="377886" cy="331255"/>
          </a:xfrm>
        </p:grpSpPr>
        <p:sp>
          <p:nvSpPr>
            <p:cNvPr id="11859" name="Google Shape;11859;p5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58"/>
          <p:cNvGrpSpPr/>
          <p:nvPr/>
        </p:nvGrpSpPr>
        <p:grpSpPr>
          <a:xfrm>
            <a:off x="5159407" y="2535681"/>
            <a:ext cx="252062" cy="305122"/>
            <a:chOff x="5184517" y="2459481"/>
            <a:chExt cx="252062" cy="305122"/>
          </a:xfrm>
        </p:grpSpPr>
        <p:sp>
          <p:nvSpPr>
            <p:cNvPr id="11864" name="Google Shape;11864;p5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58"/>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1" name="Google Shape;11871;p58"/>
          <p:cNvGrpSpPr/>
          <p:nvPr/>
        </p:nvGrpSpPr>
        <p:grpSpPr>
          <a:xfrm>
            <a:off x="6130349" y="2045308"/>
            <a:ext cx="249770" cy="363849"/>
            <a:chOff x="6155459" y="1969108"/>
            <a:chExt cx="249770" cy="363849"/>
          </a:xfrm>
        </p:grpSpPr>
        <p:sp>
          <p:nvSpPr>
            <p:cNvPr id="11872" name="Google Shape;11872;p5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58"/>
          <p:cNvGrpSpPr/>
          <p:nvPr/>
        </p:nvGrpSpPr>
        <p:grpSpPr>
          <a:xfrm>
            <a:off x="2254919" y="2046804"/>
            <a:ext cx="353631" cy="354395"/>
            <a:chOff x="2280029" y="1970604"/>
            <a:chExt cx="353631" cy="354395"/>
          </a:xfrm>
        </p:grpSpPr>
        <p:sp>
          <p:nvSpPr>
            <p:cNvPr id="11882" name="Google Shape;11882;p5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58"/>
          <p:cNvGrpSpPr/>
          <p:nvPr/>
        </p:nvGrpSpPr>
        <p:grpSpPr>
          <a:xfrm>
            <a:off x="8039990" y="2076374"/>
            <a:ext cx="255086" cy="301685"/>
            <a:chOff x="8065100" y="2000174"/>
            <a:chExt cx="255086" cy="301685"/>
          </a:xfrm>
        </p:grpSpPr>
        <p:sp>
          <p:nvSpPr>
            <p:cNvPr id="11887" name="Google Shape;11887;p5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58"/>
          <p:cNvGrpSpPr/>
          <p:nvPr/>
        </p:nvGrpSpPr>
        <p:grpSpPr>
          <a:xfrm>
            <a:off x="6608595" y="2045308"/>
            <a:ext cx="249420" cy="363849"/>
            <a:chOff x="6633705" y="1969108"/>
            <a:chExt cx="249420" cy="363849"/>
          </a:xfrm>
        </p:grpSpPr>
        <p:sp>
          <p:nvSpPr>
            <p:cNvPr id="11892" name="Google Shape;11892;p5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58"/>
          <p:cNvGrpSpPr/>
          <p:nvPr/>
        </p:nvGrpSpPr>
        <p:grpSpPr>
          <a:xfrm>
            <a:off x="5185921" y="2045308"/>
            <a:ext cx="226661" cy="363467"/>
            <a:chOff x="5211031" y="1969108"/>
            <a:chExt cx="226661" cy="363467"/>
          </a:xfrm>
        </p:grpSpPr>
        <p:sp>
          <p:nvSpPr>
            <p:cNvPr id="11901" name="Google Shape;11901;p5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58"/>
          <p:cNvGrpSpPr/>
          <p:nvPr/>
        </p:nvGrpSpPr>
        <p:grpSpPr>
          <a:xfrm>
            <a:off x="3687842" y="2046804"/>
            <a:ext cx="354363" cy="354395"/>
            <a:chOff x="3712952" y="1970604"/>
            <a:chExt cx="354363" cy="354395"/>
          </a:xfrm>
        </p:grpSpPr>
        <p:sp>
          <p:nvSpPr>
            <p:cNvPr id="11904" name="Google Shape;11904;p5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58"/>
          <p:cNvGrpSpPr/>
          <p:nvPr/>
        </p:nvGrpSpPr>
        <p:grpSpPr>
          <a:xfrm>
            <a:off x="3210329" y="2046804"/>
            <a:ext cx="354363" cy="354745"/>
            <a:chOff x="3235438" y="1970604"/>
            <a:chExt cx="354363" cy="354745"/>
          </a:xfrm>
        </p:grpSpPr>
        <p:sp>
          <p:nvSpPr>
            <p:cNvPr id="11914" name="Google Shape;11914;p5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58"/>
          <p:cNvGrpSpPr/>
          <p:nvPr/>
        </p:nvGrpSpPr>
        <p:grpSpPr>
          <a:xfrm>
            <a:off x="1304475" y="2066125"/>
            <a:ext cx="341472" cy="335074"/>
            <a:chOff x="1329585" y="1989925"/>
            <a:chExt cx="341472" cy="335074"/>
          </a:xfrm>
        </p:grpSpPr>
        <p:sp>
          <p:nvSpPr>
            <p:cNvPr id="11928" name="Google Shape;11928;p5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58"/>
          <p:cNvGrpSpPr/>
          <p:nvPr/>
        </p:nvGrpSpPr>
        <p:grpSpPr>
          <a:xfrm>
            <a:off x="5566761" y="2066106"/>
            <a:ext cx="416649" cy="325597"/>
            <a:chOff x="5626763" y="2013829"/>
            <a:chExt cx="351722" cy="274788"/>
          </a:xfrm>
        </p:grpSpPr>
        <p:sp>
          <p:nvSpPr>
            <p:cNvPr id="11932" name="Google Shape;11932;p5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58"/>
          <p:cNvGrpSpPr/>
          <p:nvPr/>
        </p:nvGrpSpPr>
        <p:grpSpPr>
          <a:xfrm>
            <a:off x="7551495" y="2060077"/>
            <a:ext cx="276698" cy="333133"/>
            <a:chOff x="7576605" y="1983877"/>
            <a:chExt cx="276698" cy="333133"/>
          </a:xfrm>
        </p:grpSpPr>
        <p:sp>
          <p:nvSpPr>
            <p:cNvPr id="11943" name="Google Shape;11943;p5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58"/>
          <p:cNvGrpSpPr/>
          <p:nvPr/>
        </p:nvGrpSpPr>
        <p:grpSpPr>
          <a:xfrm>
            <a:off x="828458" y="2051738"/>
            <a:ext cx="337334" cy="353599"/>
            <a:chOff x="853568" y="1975538"/>
            <a:chExt cx="337334" cy="353599"/>
          </a:xfrm>
        </p:grpSpPr>
        <p:sp>
          <p:nvSpPr>
            <p:cNvPr id="11946" name="Google Shape;11946;p5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58"/>
          <p:cNvGrpSpPr/>
          <p:nvPr/>
        </p:nvGrpSpPr>
        <p:grpSpPr>
          <a:xfrm>
            <a:off x="2733192" y="2085828"/>
            <a:ext cx="327085" cy="277080"/>
            <a:chOff x="2770052" y="2009628"/>
            <a:chExt cx="327085" cy="277080"/>
          </a:xfrm>
        </p:grpSpPr>
        <p:sp>
          <p:nvSpPr>
            <p:cNvPr id="11951" name="Google Shape;11951;p5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3" name="Google Shape;11953;p58"/>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4" name="Google Shape;11954;p58"/>
          <p:cNvGrpSpPr/>
          <p:nvPr/>
        </p:nvGrpSpPr>
        <p:grpSpPr>
          <a:xfrm>
            <a:off x="4170289" y="2046804"/>
            <a:ext cx="344878" cy="343573"/>
            <a:chOff x="4195399" y="1970604"/>
            <a:chExt cx="344878" cy="343573"/>
          </a:xfrm>
        </p:grpSpPr>
        <p:sp>
          <p:nvSpPr>
            <p:cNvPr id="11955" name="Google Shape;11955;p5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58"/>
          <p:cNvGrpSpPr/>
          <p:nvPr/>
        </p:nvGrpSpPr>
        <p:grpSpPr>
          <a:xfrm>
            <a:off x="4649681" y="2053647"/>
            <a:ext cx="344528" cy="344114"/>
            <a:chOff x="4674791" y="1977447"/>
            <a:chExt cx="344528" cy="344114"/>
          </a:xfrm>
        </p:grpSpPr>
        <p:sp>
          <p:nvSpPr>
            <p:cNvPr id="11960" name="Google Shape;11960;p5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58"/>
          <p:cNvGrpSpPr/>
          <p:nvPr/>
        </p:nvGrpSpPr>
        <p:grpSpPr>
          <a:xfrm>
            <a:off x="6058700" y="1623497"/>
            <a:ext cx="382819" cy="310788"/>
            <a:chOff x="6083810" y="1547297"/>
            <a:chExt cx="382819" cy="310788"/>
          </a:xfrm>
        </p:grpSpPr>
        <p:sp>
          <p:nvSpPr>
            <p:cNvPr id="11987" name="Google Shape;11987;p5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58"/>
          <p:cNvGrpSpPr/>
          <p:nvPr/>
        </p:nvGrpSpPr>
        <p:grpSpPr>
          <a:xfrm>
            <a:off x="6533190" y="1614393"/>
            <a:ext cx="382788" cy="328613"/>
            <a:chOff x="6558300" y="1538193"/>
            <a:chExt cx="382788" cy="328613"/>
          </a:xfrm>
        </p:grpSpPr>
        <p:sp>
          <p:nvSpPr>
            <p:cNvPr id="12006" name="Google Shape;12006;p5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58"/>
          <p:cNvGrpSpPr/>
          <p:nvPr/>
        </p:nvGrpSpPr>
        <p:grpSpPr>
          <a:xfrm>
            <a:off x="5168892" y="1587497"/>
            <a:ext cx="259605" cy="346024"/>
            <a:chOff x="5194002" y="1511297"/>
            <a:chExt cx="259605" cy="346024"/>
          </a:xfrm>
        </p:grpSpPr>
        <p:sp>
          <p:nvSpPr>
            <p:cNvPr id="12009" name="Google Shape;12009;p5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58"/>
          <p:cNvGrpSpPr/>
          <p:nvPr/>
        </p:nvGrpSpPr>
        <p:grpSpPr>
          <a:xfrm>
            <a:off x="1369631" y="1588261"/>
            <a:ext cx="252444" cy="351722"/>
            <a:chOff x="1394741" y="1512061"/>
            <a:chExt cx="252444" cy="351722"/>
          </a:xfrm>
        </p:grpSpPr>
        <p:sp>
          <p:nvSpPr>
            <p:cNvPr id="12014" name="Google Shape;12014;p5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58"/>
          <p:cNvGrpSpPr/>
          <p:nvPr/>
        </p:nvGrpSpPr>
        <p:grpSpPr>
          <a:xfrm>
            <a:off x="829986" y="1580685"/>
            <a:ext cx="380910" cy="339594"/>
            <a:chOff x="855096" y="1504485"/>
            <a:chExt cx="380910" cy="339594"/>
          </a:xfrm>
        </p:grpSpPr>
        <p:sp>
          <p:nvSpPr>
            <p:cNvPr id="12032" name="Google Shape;12032;p5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58"/>
          <p:cNvGrpSpPr/>
          <p:nvPr/>
        </p:nvGrpSpPr>
        <p:grpSpPr>
          <a:xfrm>
            <a:off x="1794466" y="1587879"/>
            <a:ext cx="352103" cy="352103"/>
            <a:chOff x="1819576" y="1511679"/>
            <a:chExt cx="352103" cy="352103"/>
          </a:xfrm>
        </p:grpSpPr>
        <p:sp>
          <p:nvSpPr>
            <p:cNvPr id="12038" name="Google Shape;12038;p5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58"/>
          <p:cNvGrpSpPr/>
          <p:nvPr/>
        </p:nvGrpSpPr>
        <p:grpSpPr>
          <a:xfrm>
            <a:off x="5595987" y="1576961"/>
            <a:ext cx="371424" cy="355446"/>
            <a:chOff x="5621097" y="1500761"/>
            <a:chExt cx="371424" cy="355446"/>
          </a:xfrm>
        </p:grpSpPr>
        <p:sp>
          <p:nvSpPr>
            <p:cNvPr id="12043" name="Google Shape;12043;p5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58"/>
          <p:cNvGrpSpPr/>
          <p:nvPr/>
        </p:nvGrpSpPr>
        <p:grpSpPr>
          <a:xfrm>
            <a:off x="4645129" y="1617799"/>
            <a:ext cx="359679" cy="321833"/>
            <a:chOff x="4670239" y="1541599"/>
            <a:chExt cx="359679" cy="321833"/>
          </a:xfrm>
        </p:grpSpPr>
        <p:sp>
          <p:nvSpPr>
            <p:cNvPr id="12046" name="Google Shape;12046;p5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58"/>
          <p:cNvGrpSpPr/>
          <p:nvPr/>
        </p:nvGrpSpPr>
        <p:grpSpPr>
          <a:xfrm>
            <a:off x="4187319" y="1578585"/>
            <a:ext cx="321037" cy="353822"/>
            <a:chOff x="4212429" y="1502385"/>
            <a:chExt cx="321037" cy="353822"/>
          </a:xfrm>
        </p:grpSpPr>
        <p:sp>
          <p:nvSpPr>
            <p:cNvPr id="12052" name="Google Shape;12052;p5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58"/>
          <p:cNvGrpSpPr/>
          <p:nvPr/>
        </p:nvGrpSpPr>
        <p:grpSpPr>
          <a:xfrm>
            <a:off x="2277678" y="1582181"/>
            <a:ext cx="336188" cy="335425"/>
            <a:chOff x="2302788" y="1505981"/>
            <a:chExt cx="336188" cy="335425"/>
          </a:xfrm>
        </p:grpSpPr>
        <p:sp>
          <p:nvSpPr>
            <p:cNvPr id="12057" name="Google Shape;12057;p5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58"/>
          <p:cNvGrpSpPr/>
          <p:nvPr/>
        </p:nvGrpSpPr>
        <p:grpSpPr>
          <a:xfrm>
            <a:off x="2755191" y="1598096"/>
            <a:ext cx="333133" cy="321037"/>
            <a:chOff x="2780301" y="1521896"/>
            <a:chExt cx="333133" cy="321037"/>
          </a:xfrm>
        </p:grpSpPr>
        <p:sp>
          <p:nvSpPr>
            <p:cNvPr id="12075" name="Google Shape;12075;p5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58"/>
          <p:cNvGrpSpPr/>
          <p:nvPr/>
        </p:nvGrpSpPr>
        <p:grpSpPr>
          <a:xfrm>
            <a:off x="3291049" y="1591285"/>
            <a:ext cx="211892" cy="339594"/>
            <a:chOff x="3316159" y="1515085"/>
            <a:chExt cx="211892" cy="339594"/>
          </a:xfrm>
        </p:grpSpPr>
        <p:sp>
          <p:nvSpPr>
            <p:cNvPr id="12096" name="Google Shape;12096;p5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9" name="Google Shape;12099;p58"/>
            <p:cNvGrpSpPr/>
            <p:nvPr/>
          </p:nvGrpSpPr>
          <p:grpSpPr>
            <a:xfrm>
              <a:off x="3316159" y="1515085"/>
              <a:ext cx="211892" cy="339594"/>
              <a:chOff x="3316159" y="1515085"/>
              <a:chExt cx="211892" cy="339594"/>
            </a:xfrm>
          </p:grpSpPr>
          <p:sp>
            <p:nvSpPr>
              <p:cNvPr id="12100" name="Google Shape;12100;p5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6" name="Google Shape;12106;p58"/>
          <p:cNvGrpSpPr/>
          <p:nvPr/>
        </p:nvGrpSpPr>
        <p:grpSpPr>
          <a:xfrm>
            <a:off x="3691248" y="1620855"/>
            <a:ext cx="361971" cy="314958"/>
            <a:chOff x="3716358" y="1544655"/>
            <a:chExt cx="361971" cy="314958"/>
          </a:xfrm>
        </p:grpSpPr>
        <p:sp>
          <p:nvSpPr>
            <p:cNvPr id="12107" name="Google Shape;12107;p5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2" name="Google Shape;12112;p58"/>
            <p:cNvGrpSpPr/>
            <p:nvPr/>
          </p:nvGrpSpPr>
          <p:grpSpPr>
            <a:xfrm>
              <a:off x="3716358" y="1544655"/>
              <a:ext cx="361971" cy="314958"/>
              <a:chOff x="3716358" y="1544655"/>
              <a:chExt cx="361971" cy="314958"/>
            </a:xfrm>
          </p:grpSpPr>
          <p:sp>
            <p:nvSpPr>
              <p:cNvPr id="12113" name="Google Shape;12113;p5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18" name="Google Shape;12118;p58"/>
          <p:cNvGrpSpPr/>
          <p:nvPr/>
        </p:nvGrpSpPr>
        <p:grpSpPr>
          <a:xfrm>
            <a:off x="6986814" y="1633752"/>
            <a:ext cx="499533" cy="305136"/>
            <a:chOff x="7009649" y="1541981"/>
            <a:chExt cx="524940" cy="320655"/>
          </a:xfrm>
        </p:grpSpPr>
        <p:sp>
          <p:nvSpPr>
            <p:cNvPr id="12119" name="Google Shape;12119;p5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58"/>
          <p:cNvGrpSpPr/>
          <p:nvPr/>
        </p:nvGrpSpPr>
        <p:grpSpPr>
          <a:xfrm>
            <a:off x="8008924" y="1594309"/>
            <a:ext cx="282746" cy="340358"/>
            <a:chOff x="8034034" y="1518109"/>
            <a:chExt cx="282746" cy="340358"/>
          </a:xfrm>
        </p:grpSpPr>
        <p:sp>
          <p:nvSpPr>
            <p:cNvPr id="12128" name="Google Shape;12128;p5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58"/>
          <p:cNvGrpSpPr/>
          <p:nvPr/>
        </p:nvGrpSpPr>
        <p:grpSpPr>
          <a:xfrm>
            <a:off x="7557192" y="1576134"/>
            <a:ext cx="369133" cy="360411"/>
            <a:chOff x="7582302" y="1499934"/>
            <a:chExt cx="369133" cy="360411"/>
          </a:xfrm>
        </p:grpSpPr>
        <p:sp>
          <p:nvSpPr>
            <p:cNvPr id="12133" name="Google Shape;12133;p5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58"/>
          <p:cNvGrpSpPr/>
          <p:nvPr/>
        </p:nvGrpSpPr>
        <p:grpSpPr>
          <a:xfrm>
            <a:off x="6170979" y="3893352"/>
            <a:ext cx="346056" cy="345674"/>
            <a:chOff x="2238181" y="4120624"/>
            <a:chExt cx="346056" cy="345674"/>
          </a:xfrm>
        </p:grpSpPr>
        <p:grpSp>
          <p:nvGrpSpPr>
            <p:cNvPr id="12139" name="Google Shape;12139;p58"/>
            <p:cNvGrpSpPr/>
            <p:nvPr/>
          </p:nvGrpSpPr>
          <p:grpSpPr>
            <a:xfrm>
              <a:off x="2309155" y="4177413"/>
              <a:ext cx="203862" cy="231903"/>
              <a:chOff x="1512725" y="258500"/>
              <a:chExt cx="4570900" cy="5199625"/>
            </a:xfrm>
          </p:grpSpPr>
          <p:sp>
            <p:nvSpPr>
              <p:cNvPr id="12140" name="Google Shape;12140;p5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2" name="Google Shape;12142;p5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3" name="Google Shape;12143;p5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47" name="Shape 12147"/>
        <p:cNvGrpSpPr/>
        <p:nvPr/>
      </p:nvGrpSpPr>
      <p:grpSpPr>
        <a:xfrm>
          <a:off x="0" y="0"/>
          <a:ext cx="0" cy="0"/>
          <a:chOff x="0" y="0"/>
          <a:chExt cx="0" cy="0"/>
        </a:xfrm>
      </p:grpSpPr>
      <p:pic>
        <p:nvPicPr>
          <p:cNvPr id="12148" name="Google Shape;12148;p5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Intro to Iteration by Slidesgo">
  <a:themeElements>
    <a:clrScheme name="Simple Light">
      <a:dk1>
        <a:srgbClr val="242424"/>
      </a:dk1>
      <a:lt1>
        <a:srgbClr val="F3F3F3"/>
      </a:lt1>
      <a:dk2>
        <a:srgbClr val="E496CE"/>
      </a:dk2>
      <a:lt2>
        <a:srgbClr val="E44949"/>
      </a:lt2>
      <a:accent1>
        <a:srgbClr val="FFFFFF"/>
      </a:accent1>
      <a:accent2>
        <a:srgbClr val="FFFFFF"/>
      </a:accent2>
      <a:accent3>
        <a:srgbClr val="FFFFFF"/>
      </a:accent3>
      <a:accent4>
        <a:srgbClr val="FFFFFF"/>
      </a:accent4>
      <a:accent5>
        <a:srgbClr val="FFFFFF"/>
      </a:accent5>
      <a:accent6>
        <a:srgbClr val="FFFFFF"/>
      </a:accent6>
      <a:hlink>
        <a:srgbClr val="24242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